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5" r:id="rId2"/>
    <p:sldId id="256" r:id="rId3"/>
    <p:sldId id="259" r:id="rId4"/>
    <p:sldId id="260" r:id="rId5"/>
    <p:sldId id="261" r:id="rId6"/>
    <p:sldId id="262" r:id="rId7"/>
    <p:sldId id="264" r:id="rId8"/>
    <p:sldId id="263" r:id="rId9"/>
    <p:sldId id="257" r:id="rId10"/>
    <p:sldId id="258" r:id="rId11"/>
    <p:sldId id="267" r:id="rId12"/>
    <p:sldId id="268" r:id="rId13"/>
    <p:sldId id="283" r:id="rId14"/>
    <p:sldId id="284" r:id="rId15"/>
    <p:sldId id="266" r:id="rId16"/>
    <p:sldId id="274" r:id="rId17"/>
    <p:sldId id="275" r:id="rId18"/>
    <p:sldId id="276" r:id="rId19"/>
    <p:sldId id="269" r:id="rId20"/>
    <p:sldId id="280" r:id="rId21"/>
    <p:sldId id="270" r:id="rId22"/>
    <p:sldId id="281" r:id="rId23"/>
    <p:sldId id="271" r:id="rId24"/>
    <p:sldId id="273" r:id="rId25"/>
    <p:sldId id="279" r:id="rId26"/>
    <p:sldId id="278" r:id="rId27"/>
    <p:sldId id="282" r:id="rId28"/>
    <p:sldId id="277" r:id="rId29"/>
  </p:sldIdLst>
  <p:sldSz cx="280797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800"/>
    <a:srgbClr val="00EE00"/>
    <a:srgbClr val="00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1" autoAdjust="0"/>
    <p:restoredTop sz="94660"/>
  </p:normalViewPr>
  <p:slideViewPr>
    <p:cSldViewPr snapToGrid="0">
      <p:cViewPr>
        <p:scale>
          <a:sx n="30" d="100"/>
          <a:sy n="30" d="100"/>
        </p:scale>
        <p:origin x="-7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9963" y="2356703"/>
            <a:ext cx="21059775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9963" y="7563446"/>
            <a:ext cx="2105977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219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82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5855" y="3590055"/>
            <a:ext cx="24218741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5855" y="9636811"/>
            <a:ext cx="24218741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5200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30479" y="3833390"/>
            <a:ext cx="11933873" cy="913680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215348" y="3833390"/>
            <a:ext cx="11933873" cy="913680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985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137" y="766679"/>
            <a:ext cx="24218741" cy="278337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4138" y="3530053"/>
            <a:ext cx="11879028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34138" y="5260078"/>
            <a:ext cx="11879028" cy="77367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215348" y="3530053"/>
            <a:ext cx="11937530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215348" y="5260078"/>
            <a:ext cx="11937530" cy="773678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153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154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478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138" y="960014"/>
            <a:ext cx="9056433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7530" y="2073365"/>
            <a:ext cx="14215348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34138" y="4320064"/>
            <a:ext cx="9056433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704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138" y="960014"/>
            <a:ext cx="9056433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937530" y="2073365"/>
            <a:ext cx="14215348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34138" y="4320064"/>
            <a:ext cx="9056433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126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236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094535" y="766678"/>
            <a:ext cx="6054685" cy="12203515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30479" y="766678"/>
            <a:ext cx="17813060" cy="12203515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924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0480" y="766679"/>
            <a:ext cx="24218741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80" y="3833390"/>
            <a:ext cx="24218741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30479" y="13346865"/>
            <a:ext cx="631793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984C1-380E-4D93-9D83-C33188680BFC}" type="datetimeFigureOut">
              <a:rPr lang="pt-PT" smtClean="0"/>
              <a:t>21/01/2024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01401" y="13346865"/>
            <a:ext cx="947689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831288" y="13346865"/>
            <a:ext cx="631793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5B7C7-128E-4DC0-B96A-5CB5F8C31A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26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0.png"/><Relationship Id="rId7" Type="http://schemas.openxmlformats.org/officeDocument/2006/relationships/image" Target="../media/image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9499071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13307771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401928" y="11244710"/>
            <a:ext cx="540861" cy="3550329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3703165" y="13302267"/>
            <a:ext cx="393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69249E-2AAF-4AAD-AA37-3C4B17E78CC7}"/>
              </a:ext>
            </a:extLst>
          </p:cNvPr>
          <p:cNvGrpSpPr/>
          <p:nvPr/>
        </p:nvGrpSpPr>
        <p:grpSpPr>
          <a:xfrm>
            <a:off x="736115" y="8805600"/>
            <a:ext cx="3496795" cy="3738907"/>
            <a:chOff x="736115" y="8787891"/>
            <a:chExt cx="3496795" cy="3738907"/>
          </a:xfrm>
        </p:grpSpPr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id="{5633F450-05C5-FC75-8241-340A97D52480}"/>
                </a:ext>
              </a:extLst>
            </p:cNvPr>
            <p:cNvSpPr/>
            <p:nvPr/>
          </p:nvSpPr>
          <p:spPr>
            <a:xfrm>
              <a:off x="888510" y="9184256"/>
              <a:ext cx="3344400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F74DD54-5632-6C74-A035-9C069BA960AC}"/>
                </a:ext>
              </a:extLst>
            </p:cNvPr>
            <p:cNvSpPr/>
            <p:nvPr/>
          </p:nvSpPr>
          <p:spPr>
            <a:xfrm>
              <a:off x="1101864" y="9399117"/>
              <a:ext cx="2915834" cy="2915834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511300" h="1511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6EBF391D-C667-EF89-6B58-1BAB8E9DB628}"/>
                </a:ext>
              </a:extLst>
            </p:cNvPr>
            <p:cNvSpPr txBox="1"/>
            <p:nvPr/>
          </p:nvSpPr>
          <p:spPr>
            <a:xfrm>
              <a:off x="3133805" y="87878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t</a:t>
              </a: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D7042230-279E-2B89-AA04-4584E3F8BA11}"/>
                </a:ext>
              </a:extLst>
            </p:cNvPr>
            <p:cNvSpPr txBox="1"/>
            <p:nvPr/>
          </p:nvSpPr>
          <p:spPr>
            <a:xfrm>
              <a:off x="888511" y="118553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Top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D6F056CA-A5BE-12B6-F515-A7B264F09763}"/>
                    </a:ext>
                  </a:extLst>
                </p:cNvPr>
                <p:cNvSpPr txBox="1"/>
                <p:nvPr/>
              </p:nvSpPr>
              <p:spPr>
                <a:xfrm>
                  <a:off x="736115" y="9246630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D6F056CA-A5BE-12B6-F515-A7B264F0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15" y="9246630"/>
                  <a:ext cx="1158206" cy="10061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E2712CA-F3B8-2FEE-2DBE-456482BE3BB0}"/>
              </a:ext>
            </a:extLst>
          </p:cNvPr>
          <p:cNvGrpSpPr/>
          <p:nvPr/>
        </p:nvGrpSpPr>
        <p:grpSpPr>
          <a:xfrm>
            <a:off x="769430" y="5072200"/>
            <a:ext cx="3495013" cy="3772498"/>
            <a:chOff x="769430" y="5098639"/>
            <a:chExt cx="3495013" cy="3772498"/>
          </a:xfrm>
        </p:grpSpPr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id="{94079373-38AB-AD53-813A-61454976ED45}"/>
                </a:ext>
              </a:extLst>
            </p:cNvPr>
            <p:cNvSpPr/>
            <p:nvPr/>
          </p:nvSpPr>
          <p:spPr>
            <a:xfrm>
              <a:off x="886977" y="5528595"/>
              <a:ext cx="3344400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D47605B-D0BC-1EAC-2A2B-E6CBE2F212C7}"/>
                </a:ext>
              </a:extLst>
            </p:cNvPr>
            <p:cNvSpPr/>
            <p:nvPr/>
          </p:nvSpPr>
          <p:spPr>
            <a:xfrm>
              <a:off x="2308060" y="6882670"/>
              <a:ext cx="570223" cy="570223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292100" h="292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3D033202-E3C9-52CF-73E4-8AA06B58716F}"/>
                </a:ext>
              </a:extLst>
            </p:cNvPr>
            <p:cNvSpPr txBox="1"/>
            <p:nvPr/>
          </p:nvSpPr>
          <p:spPr>
            <a:xfrm>
              <a:off x="2883311" y="509863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c</a:t>
              </a: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22C2D622-27FB-5A6A-DBD7-1FA3F115E988}"/>
                </a:ext>
              </a:extLst>
            </p:cNvPr>
            <p:cNvSpPr txBox="1"/>
            <p:nvPr/>
          </p:nvSpPr>
          <p:spPr>
            <a:xfrm>
              <a:off x="921901" y="816608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Aptos Display" panose="020B0004020202020204" pitchFamily="34" charset="0"/>
                </a:rPr>
                <a:t>Charm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8D9998C1-9BDE-97EE-E4B6-85536AF248E3}"/>
                    </a:ext>
                  </a:extLst>
                </p:cNvPr>
                <p:cNvSpPr txBox="1"/>
                <p:nvPr/>
              </p:nvSpPr>
              <p:spPr>
                <a:xfrm>
                  <a:off x="769430" y="5535259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8D9998C1-9BDE-97EE-E4B6-85536AF24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430" y="5535259"/>
                  <a:ext cx="1158206" cy="10061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393312C-5CAA-4B53-9E8D-E21DAC87E8CB}"/>
              </a:ext>
            </a:extLst>
          </p:cNvPr>
          <p:cNvGrpSpPr/>
          <p:nvPr/>
        </p:nvGrpSpPr>
        <p:grpSpPr>
          <a:xfrm>
            <a:off x="4452003" y="8805600"/>
            <a:ext cx="3494938" cy="3738908"/>
            <a:chOff x="4455178" y="8788354"/>
            <a:chExt cx="3494938" cy="3738908"/>
          </a:xfrm>
        </p:grpSpPr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id="{6EC8A6A1-BD1D-9579-14E5-C6C6C083AE97}"/>
                </a:ext>
              </a:extLst>
            </p:cNvPr>
            <p:cNvSpPr/>
            <p:nvPr/>
          </p:nvSpPr>
          <p:spPr>
            <a:xfrm>
              <a:off x="4607574" y="9184720"/>
              <a:ext cx="3342542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3501F6F-7CB0-07C5-E88F-470FB1440EAA}"/>
                </a:ext>
              </a:extLst>
            </p:cNvPr>
            <p:cNvSpPr/>
            <p:nvPr/>
          </p:nvSpPr>
          <p:spPr>
            <a:xfrm>
              <a:off x="5854057" y="10309562"/>
              <a:ext cx="849575" cy="849575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444500" h="444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C632DB59-1392-EB26-6C5F-A3FAB4E5E082}"/>
                </a:ext>
              </a:extLst>
            </p:cNvPr>
            <p:cNvSpPr txBox="1"/>
            <p:nvPr/>
          </p:nvSpPr>
          <p:spPr>
            <a:xfrm>
              <a:off x="6548077" y="878835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b</a:t>
              </a: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54354D69-5425-5E45-B7C6-F818757493C6}"/>
                </a:ext>
              </a:extLst>
            </p:cNvPr>
            <p:cNvSpPr txBox="1"/>
            <p:nvPr/>
          </p:nvSpPr>
          <p:spPr>
            <a:xfrm>
              <a:off x="4607574" y="118557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Bottom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CaixaDeTexto 128">
                  <a:extLst>
                    <a:ext uri="{FF2B5EF4-FFF2-40B4-BE49-F238E27FC236}">
                      <a16:creationId xmlns:a16="http://schemas.microsoft.com/office/drawing/2014/main" id="{3533D9A5-44E5-6344-7DE7-2D05183CF43A}"/>
                    </a:ext>
                  </a:extLst>
                </p:cNvPr>
                <p:cNvSpPr txBox="1"/>
                <p:nvPr/>
              </p:nvSpPr>
              <p:spPr>
                <a:xfrm>
                  <a:off x="4455178" y="9247094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9" name="CaixaDeTexto 128">
                  <a:extLst>
                    <a:ext uri="{FF2B5EF4-FFF2-40B4-BE49-F238E27FC236}">
                      <a16:creationId xmlns:a16="http://schemas.microsoft.com/office/drawing/2014/main" id="{3533D9A5-44E5-6344-7DE7-2D05183CF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178" y="9247094"/>
                  <a:ext cx="1158206" cy="10037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DF491C8-A7C0-E72A-0837-24B4129C3EFA}"/>
              </a:ext>
            </a:extLst>
          </p:cNvPr>
          <p:cNvGrpSpPr/>
          <p:nvPr/>
        </p:nvGrpSpPr>
        <p:grpSpPr>
          <a:xfrm>
            <a:off x="4446771" y="5097600"/>
            <a:ext cx="3494938" cy="3740287"/>
            <a:chOff x="4446771" y="5098639"/>
            <a:chExt cx="3494938" cy="3740287"/>
          </a:xfrm>
        </p:grpSpPr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id="{58BEC822-0A64-CF7D-7ABF-6169AF8E3890}"/>
                </a:ext>
              </a:extLst>
            </p:cNvPr>
            <p:cNvSpPr/>
            <p:nvPr/>
          </p:nvSpPr>
          <p:spPr>
            <a:xfrm>
              <a:off x="4599167" y="5496384"/>
              <a:ext cx="3342542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CE86457-FEAA-07F7-1093-734617856C31}"/>
                </a:ext>
              </a:extLst>
            </p:cNvPr>
            <p:cNvSpPr/>
            <p:nvPr/>
          </p:nvSpPr>
          <p:spPr>
            <a:xfrm>
              <a:off x="6150921" y="7048265"/>
              <a:ext cx="239033" cy="239033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7950" h="1079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DC9FDA2D-10F1-684D-E764-6993ABF0EA7D}"/>
                </a:ext>
              </a:extLst>
            </p:cNvPr>
            <p:cNvSpPr txBox="1"/>
            <p:nvPr/>
          </p:nvSpPr>
          <p:spPr>
            <a:xfrm>
              <a:off x="6565339" y="509863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s</a:t>
              </a:r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71856B91-D5ED-6ED3-99AA-B9B32F767EBA}"/>
                </a:ext>
              </a:extLst>
            </p:cNvPr>
            <p:cNvSpPr txBox="1"/>
            <p:nvPr/>
          </p:nvSpPr>
          <p:spPr>
            <a:xfrm>
              <a:off x="4599167" y="816608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Strange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D55E7A82-5D31-7E07-A927-6C8122892130}"/>
                    </a:ext>
                  </a:extLst>
                </p:cNvPr>
                <p:cNvSpPr txBox="1"/>
                <p:nvPr/>
              </p:nvSpPr>
              <p:spPr>
                <a:xfrm>
                  <a:off x="4446771" y="5557378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D55E7A82-5D31-7E07-A927-6C81228921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6771" y="5557378"/>
                  <a:ext cx="1158206" cy="10037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768BC1E-3A89-9D48-19C5-B9C79ACF4729}"/>
              </a:ext>
            </a:extLst>
          </p:cNvPr>
          <p:cNvGrpSpPr/>
          <p:nvPr/>
        </p:nvGrpSpPr>
        <p:grpSpPr>
          <a:xfrm>
            <a:off x="8523223" y="8796075"/>
            <a:ext cx="3346034" cy="3746547"/>
            <a:chOff x="8554973" y="8799414"/>
            <a:chExt cx="3346034" cy="3746547"/>
          </a:xfrm>
        </p:grpSpPr>
        <p:sp>
          <p:nvSpPr>
            <p:cNvPr id="140" name="Retângulo 139">
              <a:extLst>
                <a:ext uri="{FF2B5EF4-FFF2-40B4-BE49-F238E27FC236}">
                  <a16:creationId xmlns:a16="http://schemas.microsoft.com/office/drawing/2014/main" id="{50864675-2092-DC28-B07D-8535A87D883E}"/>
                </a:ext>
              </a:extLst>
            </p:cNvPr>
            <p:cNvSpPr/>
            <p:nvPr/>
          </p:nvSpPr>
          <p:spPr>
            <a:xfrm>
              <a:off x="8558465" y="9203420"/>
              <a:ext cx="3342542" cy="3342541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5624A46-9370-48D3-3627-7E02E76AB0E6}"/>
                </a:ext>
              </a:extLst>
            </p:cNvPr>
            <p:cNvSpPr/>
            <p:nvPr/>
          </p:nvSpPr>
          <p:spPr>
            <a:xfrm>
              <a:off x="9908013" y="10556700"/>
              <a:ext cx="636461" cy="636461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03725476-2391-C920-689F-42B4FB43DA27}"/>
                </a:ext>
              </a:extLst>
            </p:cNvPr>
            <p:cNvSpPr txBox="1"/>
            <p:nvPr/>
          </p:nvSpPr>
          <p:spPr>
            <a:xfrm>
              <a:off x="10682283" y="879941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36996447-5B6B-547B-CE4C-276437D68A4F}"/>
                </a:ext>
              </a:extLst>
            </p:cNvPr>
            <p:cNvSpPr txBox="1"/>
            <p:nvPr/>
          </p:nvSpPr>
          <p:spPr>
            <a:xfrm>
              <a:off x="8554973" y="1186685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B6272A04-A75F-7578-FF3D-58528442AB63}"/>
                </a:ext>
              </a:extLst>
            </p:cNvPr>
            <p:cNvSpPr txBox="1"/>
            <p:nvPr/>
          </p:nvSpPr>
          <p:spPr>
            <a:xfrm>
              <a:off x="8700423" y="94799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3E26DB0-3DE5-6F98-3F4F-B3818EF54BB8}"/>
              </a:ext>
            </a:extLst>
          </p:cNvPr>
          <p:cNvGrpSpPr/>
          <p:nvPr/>
        </p:nvGrpSpPr>
        <p:grpSpPr>
          <a:xfrm>
            <a:off x="12234101" y="1332450"/>
            <a:ext cx="3646866" cy="3773888"/>
            <a:chOff x="12226481" y="1361637"/>
            <a:chExt cx="3646866" cy="4029607"/>
          </a:xfrm>
        </p:grpSpPr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1DC33FBA-BA96-9CAE-A8BF-C282AB3631F6}"/>
                </a:ext>
              </a:extLst>
            </p:cNvPr>
            <p:cNvSpPr/>
            <p:nvPr/>
          </p:nvSpPr>
          <p:spPr>
            <a:xfrm>
              <a:off x="12226481" y="1820227"/>
              <a:ext cx="3342542" cy="3571017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D81ABFCA-8DEB-01C4-4DE9-E0256BAF36F6}"/>
                </a:ext>
              </a:extLst>
            </p:cNvPr>
            <p:cNvSpPr txBox="1"/>
            <p:nvPr/>
          </p:nvSpPr>
          <p:spPr>
            <a:xfrm>
              <a:off x="14130970" y="136163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DA7E1C1A-2BC7-BC8E-384C-C59FCB59C686}"/>
                </a:ext>
              </a:extLst>
            </p:cNvPr>
            <p:cNvSpPr txBox="1"/>
            <p:nvPr/>
          </p:nvSpPr>
          <p:spPr>
            <a:xfrm>
              <a:off x="12226481" y="469769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0BC0196-7745-1E2E-AA8E-CACCEC957828}"/>
                </a:ext>
              </a:extLst>
            </p:cNvPr>
            <p:cNvSpPr txBox="1"/>
            <p:nvPr/>
          </p:nvSpPr>
          <p:spPr>
            <a:xfrm>
              <a:off x="14877696" y="2801703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7EC3209-4D3F-C1B7-230D-05818DFAE7D1}"/>
                </a:ext>
              </a:extLst>
            </p:cNvPr>
            <p:cNvSpPr txBox="1"/>
            <p:nvPr/>
          </p:nvSpPr>
          <p:spPr>
            <a:xfrm>
              <a:off x="12398918" y="21078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FBBBB3C-F08F-D73D-C94C-AB94101A4F63}"/>
              </a:ext>
            </a:extLst>
          </p:cNvPr>
          <p:cNvGrpSpPr/>
          <p:nvPr/>
        </p:nvGrpSpPr>
        <p:grpSpPr>
          <a:xfrm>
            <a:off x="12232954" y="5041720"/>
            <a:ext cx="3646866" cy="3801132"/>
            <a:chOff x="12237717" y="5050743"/>
            <a:chExt cx="3646866" cy="3801132"/>
          </a:xfrm>
        </p:grpSpPr>
        <p:sp>
          <p:nvSpPr>
            <p:cNvPr id="152" name="Retângulo 151">
              <a:extLst>
                <a:ext uri="{FF2B5EF4-FFF2-40B4-BE49-F238E27FC236}">
                  <a16:creationId xmlns:a16="http://schemas.microsoft.com/office/drawing/2014/main" id="{8BAFD740-A233-F3A4-055F-C3CD25E16E59}"/>
                </a:ext>
              </a:extLst>
            </p:cNvPr>
            <p:cNvSpPr/>
            <p:nvPr/>
          </p:nvSpPr>
          <p:spPr>
            <a:xfrm>
              <a:off x="12237717" y="5509333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1CD85DBA-9C51-C3E6-59BA-13D78AF1A23F}"/>
                </a:ext>
              </a:extLst>
            </p:cNvPr>
            <p:cNvSpPr txBox="1"/>
            <p:nvPr/>
          </p:nvSpPr>
          <p:spPr>
            <a:xfrm>
              <a:off x="12237717" y="817914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3656A65F-84B6-FB22-6659-4ABBFB0882F5}"/>
                </a:ext>
              </a:extLst>
            </p:cNvPr>
            <p:cNvSpPr txBox="1"/>
            <p:nvPr/>
          </p:nvSpPr>
          <p:spPr>
            <a:xfrm>
              <a:off x="14142206" y="5050743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7F7257C0-D370-28E4-A746-DFB439406B82}"/>
                </a:ext>
              </a:extLst>
            </p:cNvPr>
            <p:cNvSpPr txBox="1"/>
            <p:nvPr/>
          </p:nvSpPr>
          <p:spPr>
            <a:xfrm>
              <a:off x="14888932" y="6490809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DD28FD21-B8AB-E34A-9F60-359ADD9079F0}"/>
                </a:ext>
              </a:extLst>
            </p:cNvPr>
            <p:cNvSpPr txBox="1"/>
            <p:nvPr/>
          </p:nvSpPr>
          <p:spPr>
            <a:xfrm>
              <a:off x="12407431" y="580431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EAD92E1-8805-27D9-8627-59787DF38598}"/>
              </a:ext>
            </a:extLst>
          </p:cNvPr>
          <p:cNvGrpSpPr/>
          <p:nvPr/>
        </p:nvGrpSpPr>
        <p:grpSpPr>
          <a:xfrm>
            <a:off x="12236329" y="8744640"/>
            <a:ext cx="3646866" cy="3801132"/>
            <a:chOff x="12250618" y="8745196"/>
            <a:chExt cx="3646866" cy="3801132"/>
          </a:xfrm>
        </p:grpSpPr>
        <p:sp>
          <p:nvSpPr>
            <p:cNvPr id="158" name="Retângulo 157">
              <a:extLst>
                <a:ext uri="{FF2B5EF4-FFF2-40B4-BE49-F238E27FC236}">
                  <a16:creationId xmlns:a16="http://schemas.microsoft.com/office/drawing/2014/main" id="{27D68471-E1B7-C7D7-AC73-266786828AC7}"/>
                </a:ext>
              </a:extLst>
            </p:cNvPr>
            <p:cNvSpPr/>
            <p:nvPr/>
          </p:nvSpPr>
          <p:spPr>
            <a:xfrm>
              <a:off x="12250618" y="9203786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CC926C4E-63F2-B808-1B77-6DFB1024FE2D}"/>
                </a:ext>
              </a:extLst>
            </p:cNvPr>
            <p:cNvSpPr txBox="1"/>
            <p:nvPr/>
          </p:nvSpPr>
          <p:spPr>
            <a:xfrm>
              <a:off x="12250618" y="118735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EEAB6430-758B-6300-7965-C1CC6F6EC75F}"/>
                </a:ext>
              </a:extLst>
            </p:cNvPr>
            <p:cNvSpPr txBox="1"/>
            <p:nvPr/>
          </p:nvSpPr>
          <p:spPr>
            <a:xfrm>
              <a:off x="14155107" y="8745196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EFDCF4AC-FB1D-BEE7-BEA6-AE6C12201B82}"/>
                </a:ext>
              </a:extLst>
            </p:cNvPr>
            <p:cNvSpPr txBox="1"/>
            <p:nvPr/>
          </p:nvSpPr>
          <p:spPr>
            <a:xfrm>
              <a:off x="14901833" y="10185262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844514BC-9655-BC9E-856C-299A5A68335B}"/>
                </a:ext>
              </a:extLst>
            </p:cNvPr>
            <p:cNvSpPr txBox="1"/>
            <p:nvPr/>
          </p:nvSpPr>
          <p:spPr>
            <a:xfrm>
              <a:off x="12426547" y="9497791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A6722A-D9C7-1D01-39EB-74ADD8F3CC9C}"/>
              </a:ext>
            </a:extLst>
          </p:cNvPr>
          <p:cNvGrpSpPr/>
          <p:nvPr/>
        </p:nvGrpSpPr>
        <p:grpSpPr>
          <a:xfrm>
            <a:off x="8527838" y="5097600"/>
            <a:ext cx="3345265" cy="3747523"/>
            <a:chOff x="8527838" y="5105369"/>
            <a:chExt cx="3345265" cy="3747523"/>
          </a:xfrm>
        </p:grpSpPr>
        <p:sp>
          <p:nvSpPr>
            <p:cNvPr id="164" name="Retângulo 163">
              <a:extLst>
                <a:ext uri="{FF2B5EF4-FFF2-40B4-BE49-F238E27FC236}">
                  <a16:creationId xmlns:a16="http://schemas.microsoft.com/office/drawing/2014/main" id="{F1618A34-523E-E1D9-B665-603C497A94A2}"/>
                </a:ext>
              </a:extLst>
            </p:cNvPr>
            <p:cNvSpPr/>
            <p:nvPr/>
          </p:nvSpPr>
          <p:spPr>
            <a:xfrm>
              <a:off x="8527838" y="5510350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EC0571D5-047A-9355-B8E4-C92D55C87FCE}"/>
                </a:ext>
              </a:extLst>
            </p:cNvPr>
            <p:cNvSpPr txBox="1"/>
            <p:nvPr/>
          </p:nvSpPr>
          <p:spPr>
            <a:xfrm>
              <a:off x="10402345" y="510536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6" name="CaixaDeTexto 165">
              <a:extLst>
                <a:ext uri="{FF2B5EF4-FFF2-40B4-BE49-F238E27FC236}">
                  <a16:creationId xmlns:a16="http://schemas.microsoft.com/office/drawing/2014/main" id="{04577866-3C26-8CE6-DA2F-EDD642DFB032}"/>
                </a:ext>
              </a:extLst>
            </p:cNvPr>
            <p:cNvSpPr txBox="1"/>
            <p:nvPr/>
          </p:nvSpPr>
          <p:spPr>
            <a:xfrm>
              <a:off x="8530561" y="817281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FEDB302F-98F5-147A-6971-93D1852490AF}"/>
                </a:ext>
              </a:extLst>
            </p:cNvPr>
            <p:cNvSpPr txBox="1"/>
            <p:nvPr/>
          </p:nvSpPr>
          <p:spPr>
            <a:xfrm>
              <a:off x="8669796" y="578684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EBEAFD5-F943-4F9C-5248-1C956204D704}"/>
                </a:ext>
              </a:extLst>
            </p:cNvPr>
            <p:cNvSpPr/>
            <p:nvPr/>
          </p:nvSpPr>
          <p:spPr>
            <a:xfrm>
              <a:off x="10067552" y="7048691"/>
              <a:ext cx="247673" cy="247673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FBCCA41-7AD9-C0CD-F14E-FCE12ADE4E73}"/>
              </a:ext>
            </a:extLst>
          </p:cNvPr>
          <p:cNvGrpSpPr/>
          <p:nvPr/>
        </p:nvGrpSpPr>
        <p:grpSpPr>
          <a:xfrm>
            <a:off x="16476927" y="5097600"/>
            <a:ext cx="3373167" cy="3738907"/>
            <a:chOff x="16505955" y="5112210"/>
            <a:chExt cx="3373167" cy="3738907"/>
          </a:xfrm>
        </p:grpSpPr>
        <p:sp>
          <p:nvSpPr>
            <p:cNvPr id="170" name="Retângulo 169">
              <a:extLst>
                <a:ext uri="{FF2B5EF4-FFF2-40B4-BE49-F238E27FC236}">
                  <a16:creationId xmlns:a16="http://schemas.microsoft.com/office/drawing/2014/main" id="{CC110E69-83CC-06E7-5197-0E67935DF80D}"/>
                </a:ext>
              </a:extLst>
            </p:cNvPr>
            <p:cNvSpPr/>
            <p:nvPr/>
          </p:nvSpPr>
          <p:spPr>
            <a:xfrm>
              <a:off x="16536580" y="5508575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51054F0-71AE-6545-91DD-B99CC40AA1C2}"/>
                </a:ext>
              </a:extLst>
            </p:cNvPr>
            <p:cNvSpPr/>
            <p:nvPr/>
          </p:nvSpPr>
          <p:spPr>
            <a:xfrm>
              <a:off x="16992141" y="5873120"/>
              <a:ext cx="2370170" cy="237017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E4B577C6-3819-330C-0A65-3AD2CD3DFD22}"/>
                </a:ext>
              </a:extLst>
            </p:cNvPr>
            <p:cNvSpPr txBox="1"/>
            <p:nvPr/>
          </p:nvSpPr>
          <p:spPr>
            <a:xfrm>
              <a:off x="18334246" y="5112210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C8D8C629-6AFD-D469-2DAD-55496991EEF2}"/>
                </a:ext>
              </a:extLst>
            </p:cNvPr>
            <p:cNvSpPr txBox="1"/>
            <p:nvPr/>
          </p:nvSpPr>
          <p:spPr>
            <a:xfrm>
              <a:off x="16505955" y="8179655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330A7384-6DCB-CCC9-122A-06925F8EC16F}"/>
                </a:ext>
              </a:extLst>
            </p:cNvPr>
            <p:cNvSpPr txBox="1"/>
            <p:nvPr/>
          </p:nvSpPr>
          <p:spPr>
            <a:xfrm>
              <a:off x="16699528" y="579747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C78172C-9A7E-7D94-B40E-5561BFA5D63B}"/>
              </a:ext>
            </a:extLst>
          </p:cNvPr>
          <p:cNvGrpSpPr/>
          <p:nvPr/>
        </p:nvGrpSpPr>
        <p:grpSpPr>
          <a:xfrm>
            <a:off x="16505850" y="1389600"/>
            <a:ext cx="3342646" cy="3734581"/>
            <a:chOff x="16505850" y="1404895"/>
            <a:chExt cx="3342646" cy="3734581"/>
          </a:xfrm>
        </p:grpSpPr>
        <p:sp>
          <p:nvSpPr>
            <p:cNvPr id="176" name="Retângulo 175">
              <a:extLst>
                <a:ext uri="{FF2B5EF4-FFF2-40B4-BE49-F238E27FC236}">
                  <a16:creationId xmlns:a16="http://schemas.microsoft.com/office/drawing/2014/main" id="{C49E23AD-8ED6-05C1-8CC8-4695C88A945E}"/>
                </a:ext>
              </a:extLst>
            </p:cNvPr>
            <p:cNvSpPr/>
            <p:nvPr/>
          </p:nvSpPr>
          <p:spPr>
            <a:xfrm>
              <a:off x="16505850" y="1796935"/>
              <a:ext cx="3342542" cy="3342541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A9F5D98A-D08D-7539-D41D-C47C24752B64}"/>
                </a:ext>
              </a:extLst>
            </p:cNvPr>
            <p:cNvSpPr txBox="1"/>
            <p:nvPr/>
          </p:nvSpPr>
          <p:spPr>
            <a:xfrm>
              <a:off x="18425683" y="1404895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2107DB64-2E85-DA63-4B6A-3E7A59427DDE}"/>
                </a:ext>
              </a:extLst>
            </p:cNvPr>
            <p:cNvSpPr txBox="1"/>
            <p:nvPr/>
          </p:nvSpPr>
          <p:spPr>
            <a:xfrm>
              <a:off x="16505954" y="447234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9" name="CaixaDeTexto 178">
              <a:extLst>
                <a:ext uri="{FF2B5EF4-FFF2-40B4-BE49-F238E27FC236}">
                  <a16:creationId xmlns:a16="http://schemas.microsoft.com/office/drawing/2014/main" id="{8E4BD172-1AD4-E6BB-3FE3-7C702DDA8506}"/>
                </a:ext>
              </a:extLst>
            </p:cNvPr>
            <p:cNvSpPr txBox="1"/>
            <p:nvPr/>
          </p:nvSpPr>
          <p:spPr>
            <a:xfrm>
              <a:off x="16684778" y="20901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76919A5-612C-712A-4322-C2CC490ED861}"/>
              </a:ext>
            </a:extLst>
          </p:cNvPr>
          <p:cNvGrpSpPr/>
          <p:nvPr/>
        </p:nvGrpSpPr>
        <p:grpSpPr>
          <a:xfrm>
            <a:off x="20214935" y="1389600"/>
            <a:ext cx="3342668" cy="3740414"/>
            <a:chOff x="20214935" y="1399308"/>
            <a:chExt cx="3342668" cy="3740414"/>
          </a:xfrm>
        </p:grpSpPr>
        <p:sp>
          <p:nvSpPr>
            <p:cNvPr id="181" name="Retângulo 180">
              <a:extLst>
                <a:ext uri="{FF2B5EF4-FFF2-40B4-BE49-F238E27FC236}">
                  <a16:creationId xmlns:a16="http://schemas.microsoft.com/office/drawing/2014/main" id="{CA4F0E45-84B0-8868-A3AC-385FD39D15FF}"/>
                </a:ext>
              </a:extLst>
            </p:cNvPr>
            <p:cNvSpPr/>
            <p:nvPr/>
          </p:nvSpPr>
          <p:spPr>
            <a:xfrm>
              <a:off x="20214935" y="1797180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2" name="CaixaDeTexto 181">
              <a:extLst>
                <a:ext uri="{FF2B5EF4-FFF2-40B4-BE49-F238E27FC236}">
                  <a16:creationId xmlns:a16="http://schemas.microsoft.com/office/drawing/2014/main" id="{0DF13C44-2CF2-E68C-4346-DCB3F26AB8B5}"/>
                </a:ext>
              </a:extLst>
            </p:cNvPr>
            <p:cNvSpPr txBox="1"/>
            <p:nvPr/>
          </p:nvSpPr>
          <p:spPr>
            <a:xfrm>
              <a:off x="22170989" y="1399308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g</a:t>
              </a: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9D5C9AB6-ABBD-2911-9208-FCE76077DDE6}"/>
                </a:ext>
              </a:extLst>
            </p:cNvPr>
            <p:cNvSpPr txBox="1"/>
            <p:nvPr/>
          </p:nvSpPr>
          <p:spPr>
            <a:xfrm>
              <a:off x="20215061" y="446675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Gluon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4" name="CaixaDeTexto 183">
              <a:extLst>
                <a:ext uri="{FF2B5EF4-FFF2-40B4-BE49-F238E27FC236}">
                  <a16:creationId xmlns:a16="http://schemas.microsoft.com/office/drawing/2014/main" id="{7E75B096-21AF-AE7D-AD32-D29E77AC3ED8}"/>
                </a:ext>
              </a:extLst>
            </p:cNvPr>
            <p:cNvSpPr txBox="1"/>
            <p:nvPr/>
          </p:nvSpPr>
          <p:spPr>
            <a:xfrm>
              <a:off x="20368469" y="20590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A28508E-6F8D-884F-1D66-61DCFA6C7D8E}"/>
              </a:ext>
            </a:extLst>
          </p:cNvPr>
          <p:cNvGrpSpPr/>
          <p:nvPr/>
        </p:nvGrpSpPr>
        <p:grpSpPr>
          <a:xfrm>
            <a:off x="20214506" y="5097600"/>
            <a:ext cx="3342668" cy="3738907"/>
            <a:chOff x="20216887" y="5110831"/>
            <a:chExt cx="3342668" cy="3738907"/>
          </a:xfrm>
        </p:grpSpPr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02123318-CFEF-0FC0-FB31-18F4228E96ED}"/>
                </a:ext>
              </a:extLst>
            </p:cNvPr>
            <p:cNvSpPr/>
            <p:nvPr/>
          </p:nvSpPr>
          <p:spPr>
            <a:xfrm>
              <a:off x="20216887" y="5507196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5EC9A88D-B95A-3D2E-CA0B-4E2923178EA0}"/>
                </a:ext>
              </a:extLst>
            </p:cNvPr>
            <p:cNvSpPr txBox="1"/>
            <p:nvPr/>
          </p:nvSpPr>
          <p:spPr>
            <a:xfrm>
              <a:off x="20217013" y="817827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FBC62BBF-0F45-1EF8-546E-9DEDA40AE19C}"/>
                </a:ext>
              </a:extLst>
            </p:cNvPr>
            <p:cNvSpPr/>
            <p:nvPr/>
          </p:nvSpPr>
          <p:spPr>
            <a:xfrm>
              <a:off x="20799801" y="5923015"/>
              <a:ext cx="2272253" cy="2272253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1872C7CC-6692-3142-CE51-8229E7466004}"/>
                </a:ext>
              </a:extLst>
            </p:cNvPr>
            <p:cNvSpPr txBox="1"/>
            <p:nvPr/>
          </p:nvSpPr>
          <p:spPr>
            <a:xfrm>
              <a:off x="21252848" y="511083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/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blipFill>
                  <a:blip r:embed="rId7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F903E5-1DCE-7EDE-5E1A-8252191EA099}"/>
              </a:ext>
            </a:extLst>
          </p:cNvPr>
          <p:cNvGrpSpPr/>
          <p:nvPr/>
        </p:nvGrpSpPr>
        <p:grpSpPr>
          <a:xfrm>
            <a:off x="24104980" y="1389600"/>
            <a:ext cx="3373167" cy="3738907"/>
            <a:chOff x="24057355" y="1389691"/>
            <a:chExt cx="3373167" cy="3738907"/>
          </a:xfrm>
        </p:grpSpPr>
        <p:sp>
          <p:nvSpPr>
            <p:cNvPr id="192" name="Retângulo 191">
              <a:extLst>
                <a:ext uri="{FF2B5EF4-FFF2-40B4-BE49-F238E27FC236}">
                  <a16:creationId xmlns:a16="http://schemas.microsoft.com/office/drawing/2014/main" id="{CF8C5A5E-C9F9-8143-7D23-4AEF33326643}"/>
                </a:ext>
              </a:extLst>
            </p:cNvPr>
            <p:cNvSpPr/>
            <p:nvPr/>
          </p:nvSpPr>
          <p:spPr>
            <a:xfrm>
              <a:off x="24087980" y="1786056"/>
              <a:ext cx="3342542" cy="3342542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DBA2D4-9369-2B2E-9990-0600698722D9}"/>
                </a:ext>
              </a:extLst>
            </p:cNvPr>
            <p:cNvSpPr/>
            <p:nvPr/>
          </p:nvSpPr>
          <p:spPr>
            <a:xfrm>
              <a:off x="24411065" y="2141273"/>
              <a:ext cx="2635122" cy="2635123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CaixaDeTexto 193">
              <a:extLst>
                <a:ext uri="{FF2B5EF4-FFF2-40B4-BE49-F238E27FC236}">
                  <a16:creationId xmlns:a16="http://schemas.microsoft.com/office/drawing/2014/main" id="{7ECA0BFB-03F4-40AB-B701-6BE31D3104E1}"/>
                </a:ext>
              </a:extLst>
            </p:cNvPr>
            <p:cNvSpPr txBox="1"/>
            <p:nvPr/>
          </p:nvSpPr>
          <p:spPr>
            <a:xfrm>
              <a:off x="25673274" y="13896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195" name="CaixaDeTexto 194">
              <a:extLst>
                <a:ext uri="{FF2B5EF4-FFF2-40B4-BE49-F238E27FC236}">
                  <a16:creationId xmlns:a16="http://schemas.microsoft.com/office/drawing/2014/main" id="{7DDA4541-E3AC-B5EF-C0BB-FBAD93C119F2}"/>
                </a:ext>
              </a:extLst>
            </p:cNvPr>
            <p:cNvSpPr txBox="1"/>
            <p:nvPr/>
          </p:nvSpPr>
          <p:spPr>
            <a:xfrm>
              <a:off x="24057355" y="44571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6" name="CaixaDeTexto 195">
              <a:extLst>
                <a:ext uri="{FF2B5EF4-FFF2-40B4-BE49-F238E27FC236}">
                  <a16:creationId xmlns:a16="http://schemas.microsoft.com/office/drawing/2014/main" id="{3AD6E070-06D5-DFBB-5408-0FD9C10A9B06}"/>
                </a:ext>
              </a:extLst>
            </p:cNvPr>
            <p:cNvSpPr txBox="1"/>
            <p:nvPr/>
          </p:nvSpPr>
          <p:spPr>
            <a:xfrm>
              <a:off x="24250928" y="207495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9BFBD5F-AA93-44A2-7CB4-28D7B5AA841B}"/>
              </a:ext>
            </a:extLst>
          </p:cNvPr>
          <p:cNvGrpSpPr/>
          <p:nvPr/>
        </p:nvGrpSpPr>
        <p:grpSpPr>
          <a:xfrm>
            <a:off x="8526404" y="1389600"/>
            <a:ext cx="3342542" cy="3748406"/>
            <a:chOff x="8526404" y="1399029"/>
            <a:chExt cx="3342542" cy="3748406"/>
          </a:xfrm>
        </p:grpSpPr>
        <p:sp>
          <p:nvSpPr>
            <p:cNvPr id="198" name="Retângulo 197">
              <a:extLst>
                <a:ext uri="{FF2B5EF4-FFF2-40B4-BE49-F238E27FC236}">
                  <a16:creationId xmlns:a16="http://schemas.microsoft.com/office/drawing/2014/main" id="{7E1F13DA-3EB8-37F8-D3C5-9ACAED2378CE}"/>
                </a:ext>
              </a:extLst>
            </p:cNvPr>
            <p:cNvSpPr/>
            <p:nvPr/>
          </p:nvSpPr>
          <p:spPr>
            <a:xfrm>
              <a:off x="8526404" y="1803035"/>
              <a:ext cx="3342542" cy="33444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4BC62B8-14C6-3E07-571A-B9B6049E2FAC}"/>
                </a:ext>
              </a:extLst>
            </p:cNvPr>
            <p:cNvSpPr/>
            <p:nvPr/>
          </p:nvSpPr>
          <p:spPr>
            <a:xfrm>
              <a:off x="10115762" y="3474545"/>
              <a:ext cx="43199" cy="43199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2C739B48-208A-8A12-B6B9-B15DA213D6C3}"/>
                </a:ext>
              </a:extLst>
            </p:cNvPr>
            <p:cNvSpPr txBox="1"/>
            <p:nvPr/>
          </p:nvSpPr>
          <p:spPr>
            <a:xfrm>
              <a:off x="10446133" y="139902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201" name="CaixaDeTexto 200">
              <a:extLst>
                <a:ext uri="{FF2B5EF4-FFF2-40B4-BE49-F238E27FC236}">
                  <a16:creationId xmlns:a16="http://schemas.microsoft.com/office/drawing/2014/main" id="{7A06CC58-2195-72A9-BEFF-7AAA552D765B}"/>
                </a:ext>
              </a:extLst>
            </p:cNvPr>
            <p:cNvSpPr txBox="1"/>
            <p:nvPr/>
          </p:nvSpPr>
          <p:spPr>
            <a:xfrm>
              <a:off x="8526404" y="446647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id="{79AEB902-61D8-4E2F-8AF4-1487724D3239}"/>
                </a:ext>
              </a:extLst>
            </p:cNvPr>
            <p:cNvSpPr txBox="1"/>
            <p:nvPr/>
          </p:nvSpPr>
          <p:spPr>
            <a:xfrm>
              <a:off x="8668362" y="2073156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C06D39A-892C-248D-9F4B-5223390D4399}"/>
              </a:ext>
            </a:extLst>
          </p:cNvPr>
          <p:cNvGrpSpPr/>
          <p:nvPr/>
        </p:nvGrpSpPr>
        <p:grpSpPr>
          <a:xfrm>
            <a:off x="735806" y="1389600"/>
            <a:ext cx="3496433" cy="3743806"/>
            <a:chOff x="735806" y="1389549"/>
            <a:chExt cx="3496433" cy="3743806"/>
          </a:xfrm>
        </p:grpSpPr>
        <p:sp>
          <p:nvSpPr>
            <p:cNvPr id="121" name="Retângulo 120">
              <a:extLst>
                <a:ext uri="{FF2B5EF4-FFF2-40B4-BE49-F238E27FC236}">
                  <a16:creationId xmlns:a16="http://schemas.microsoft.com/office/drawing/2014/main" id="{1571FA19-7A82-324C-DF82-7096998BFB33}"/>
                </a:ext>
              </a:extLst>
            </p:cNvPr>
            <p:cNvSpPr/>
            <p:nvPr/>
          </p:nvSpPr>
          <p:spPr>
            <a:xfrm>
              <a:off x="887839" y="1788955"/>
              <a:ext cx="3344400" cy="33444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D482EFB-8F38-0F95-9F33-C1D3A0607B2B}"/>
                </a:ext>
              </a:extLst>
            </p:cNvPr>
            <p:cNvSpPr/>
            <p:nvPr/>
          </p:nvSpPr>
          <p:spPr>
            <a:xfrm>
              <a:off x="2524913" y="3425909"/>
              <a:ext cx="69118" cy="69118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8100" h="38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DC4E409C-F7B8-3672-5A2D-7E438F181DF9}"/>
                </a:ext>
              </a:extLst>
            </p:cNvPr>
            <p:cNvSpPr txBox="1"/>
            <p:nvPr/>
          </p:nvSpPr>
          <p:spPr>
            <a:xfrm>
              <a:off x="888202" y="445877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Up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aixaDeTexto 123">
                  <a:extLst>
                    <a:ext uri="{FF2B5EF4-FFF2-40B4-BE49-F238E27FC236}">
                      <a16:creationId xmlns:a16="http://schemas.microsoft.com/office/drawing/2014/main" id="{B896C0B1-3C5F-4853-F9C5-9CFCAE032393}"/>
                    </a:ext>
                  </a:extLst>
                </p:cNvPr>
                <p:cNvSpPr txBox="1"/>
                <p:nvPr/>
              </p:nvSpPr>
              <p:spPr>
                <a:xfrm>
                  <a:off x="735806" y="1850064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4" name="CaixaDeTexto 123">
                  <a:extLst>
                    <a:ext uri="{FF2B5EF4-FFF2-40B4-BE49-F238E27FC236}">
                      <a16:creationId xmlns:a16="http://schemas.microsoft.com/office/drawing/2014/main" id="{B896C0B1-3C5F-4853-F9C5-9CFCAE032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806" y="1850064"/>
                  <a:ext cx="1158206" cy="100610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3" name="CaixaDeTexto 202">
              <a:extLst>
                <a:ext uri="{FF2B5EF4-FFF2-40B4-BE49-F238E27FC236}">
                  <a16:creationId xmlns:a16="http://schemas.microsoft.com/office/drawing/2014/main" id="{8874B4BA-DC3F-044A-2A1D-0DE13EC08295}"/>
                </a:ext>
              </a:extLst>
            </p:cNvPr>
            <p:cNvSpPr txBox="1"/>
            <p:nvPr/>
          </p:nvSpPr>
          <p:spPr>
            <a:xfrm>
              <a:off x="2807389" y="138954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u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40027D0-A161-656C-E9CD-22215DD4A7C5}"/>
              </a:ext>
            </a:extLst>
          </p:cNvPr>
          <p:cNvGrpSpPr/>
          <p:nvPr/>
        </p:nvGrpSpPr>
        <p:grpSpPr>
          <a:xfrm>
            <a:off x="4447889" y="1389600"/>
            <a:ext cx="3494938" cy="3742031"/>
            <a:chOff x="4438364" y="1409387"/>
            <a:chExt cx="3494938" cy="3742031"/>
          </a:xfrm>
        </p:grpSpPr>
        <p:sp>
          <p:nvSpPr>
            <p:cNvPr id="135" name="Retângulo 134">
              <a:extLst>
                <a:ext uri="{FF2B5EF4-FFF2-40B4-BE49-F238E27FC236}">
                  <a16:creationId xmlns:a16="http://schemas.microsoft.com/office/drawing/2014/main" id="{BFCD2BFE-3B96-4959-61DF-8F467D66FDBC}"/>
                </a:ext>
              </a:extLst>
            </p:cNvPr>
            <p:cNvSpPr/>
            <p:nvPr/>
          </p:nvSpPr>
          <p:spPr>
            <a:xfrm>
              <a:off x="4590760" y="1807018"/>
              <a:ext cx="3342542" cy="33444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8EC2E43-D746-DA60-A0A4-4FEAE7703CBA}"/>
                </a:ext>
              </a:extLst>
            </p:cNvPr>
            <p:cNvSpPr/>
            <p:nvPr/>
          </p:nvSpPr>
          <p:spPr>
            <a:xfrm>
              <a:off x="6221157" y="3433891"/>
              <a:ext cx="89277" cy="89277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44450" h="444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5CEA4435-BC59-9B75-14E6-C71D0981A59E}"/>
                </a:ext>
              </a:extLst>
            </p:cNvPr>
            <p:cNvSpPr txBox="1"/>
            <p:nvPr/>
          </p:nvSpPr>
          <p:spPr>
            <a:xfrm>
              <a:off x="4590760" y="4476832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Down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CaixaDeTexto 137">
                  <a:extLst>
                    <a:ext uri="{FF2B5EF4-FFF2-40B4-BE49-F238E27FC236}">
                      <a16:creationId xmlns:a16="http://schemas.microsoft.com/office/drawing/2014/main" id="{976D6450-56F7-F4A9-A838-30965E519E02}"/>
                    </a:ext>
                  </a:extLst>
                </p:cNvPr>
                <p:cNvSpPr txBox="1"/>
                <p:nvPr/>
              </p:nvSpPr>
              <p:spPr>
                <a:xfrm>
                  <a:off x="4438364" y="1868126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8" name="CaixaDeTexto 137">
                  <a:extLst>
                    <a:ext uri="{FF2B5EF4-FFF2-40B4-BE49-F238E27FC236}">
                      <a16:creationId xmlns:a16="http://schemas.microsoft.com/office/drawing/2014/main" id="{976D6450-56F7-F4A9-A838-30965E519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8364" y="1868126"/>
                  <a:ext cx="1158206" cy="100373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4" name="CaixaDeTexto 203">
              <a:extLst>
                <a:ext uri="{FF2B5EF4-FFF2-40B4-BE49-F238E27FC236}">
                  <a16:creationId xmlns:a16="http://schemas.microsoft.com/office/drawing/2014/main" id="{AC53A308-08ED-8E03-0718-04B5188440AA}"/>
                </a:ext>
              </a:extLst>
            </p:cNvPr>
            <p:cNvSpPr txBox="1"/>
            <p:nvPr/>
          </p:nvSpPr>
          <p:spPr>
            <a:xfrm>
              <a:off x="6419051" y="140938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d</a:t>
              </a: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588E3E-E17E-D086-3D62-05A402878671}"/>
              </a:ext>
            </a:extLst>
          </p:cNvPr>
          <p:cNvSpPr txBox="1"/>
          <p:nvPr/>
        </p:nvSpPr>
        <p:spPr>
          <a:xfrm>
            <a:off x="-3873625" y="2895529"/>
            <a:ext cx="5703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>
                <a:latin typeface="Aptos ExtraBold" panose="020B0004020202020204" pitchFamily="34" charset="0"/>
              </a:rPr>
              <a:t>1</a:t>
            </a:r>
            <a:r>
              <a:rPr lang="pt-PT" sz="6400" baseline="30000" dirty="0">
                <a:latin typeface="Aptos ExtraBold" panose="020B0004020202020204" pitchFamily="34" charset="0"/>
              </a:rPr>
              <a:t>st</a:t>
            </a:r>
            <a:r>
              <a:rPr lang="pt-PT" sz="6400" dirty="0">
                <a:latin typeface="Aptos ExtraBold" panose="020B0004020202020204" pitchFamily="34" charset="0"/>
              </a:rPr>
              <a:t> </a:t>
            </a:r>
            <a:r>
              <a:rPr lang="pt-PT" sz="6400" dirty="0" err="1">
                <a:latin typeface="Aptos ExtraBold" panose="020B0004020202020204" pitchFamily="34" charset="0"/>
              </a:rPr>
              <a:t>Gen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DE7422-ABC6-804F-37AB-05DD5832F654}"/>
              </a:ext>
            </a:extLst>
          </p:cNvPr>
          <p:cNvSpPr txBox="1"/>
          <p:nvPr/>
        </p:nvSpPr>
        <p:spPr>
          <a:xfrm>
            <a:off x="-3878642" y="6555309"/>
            <a:ext cx="5703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>
                <a:latin typeface="Aptos ExtraBold" panose="020B0004020202020204" pitchFamily="34" charset="0"/>
              </a:rPr>
              <a:t>2</a:t>
            </a:r>
            <a:r>
              <a:rPr lang="pt-PT" sz="6400" baseline="30000" dirty="0">
                <a:latin typeface="Aptos ExtraBold" panose="020B0004020202020204" pitchFamily="34" charset="0"/>
              </a:rPr>
              <a:t>nd</a:t>
            </a:r>
            <a:r>
              <a:rPr lang="pt-PT" sz="6400" dirty="0">
                <a:latin typeface="Aptos ExtraBold" panose="020B0004020202020204" pitchFamily="34" charset="0"/>
              </a:rPr>
              <a:t> </a:t>
            </a:r>
            <a:r>
              <a:rPr lang="pt-PT" sz="6400" dirty="0" err="1">
                <a:latin typeface="Aptos ExtraBold" panose="020B0004020202020204" pitchFamily="34" charset="0"/>
              </a:rPr>
              <a:t>Gen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0ED1C9-515D-FF1B-A063-7094774B9899}"/>
              </a:ext>
            </a:extLst>
          </p:cNvPr>
          <p:cNvSpPr txBox="1"/>
          <p:nvPr/>
        </p:nvSpPr>
        <p:spPr>
          <a:xfrm>
            <a:off x="-3846942" y="10334979"/>
            <a:ext cx="57035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>
                <a:latin typeface="Aptos ExtraBold" panose="020B0004020202020204" pitchFamily="34" charset="0"/>
              </a:rPr>
              <a:t>3</a:t>
            </a:r>
            <a:r>
              <a:rPr lang="pt-PT" sz="6400" baseline="30000" dirty="0">
                <a:latin typeface="Aptos ExtraBold" panose="020B0004020202020204" pitchFamily="34" charset="0"/>
              </a:rPr>
              <a:t>rd</a:t>
            </a:r>
            <a:r>
              <a:rPr lang="pt-PT" sz="6400" dirty="0">
                <a:latin typeface="Aptos ExtraBold" panose="020B0004020202020204" pitchFamily="34" charset="0"/>
              </a:rPr>
              <a:t> </a:t>
            </a:r>
            <a:r>
              <a:rPr lang="pt-PT" sz="6400" dirty="0" err="1">
                <a:latin typeface="Aptos ExtraBold" panose="020B0004020202020204" pitchFamily="34" charset="0"/>
              </a:rPr>
              <a:t>Gen</a:t>
            </a:r>
            <a:endParaRPr lang="pt-PT" dirty="0"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5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9499071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13307771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401928" y="11244710"/>
            <a:ext cx="540861" cy="3550329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3703165" y="13302267"/>
            <a:ext cx="393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C69249E-2AAF-4AAD-AA37-3C4B17E78CC7}"/>
              </a:ext>
            </a:extLst>
          </p:cNvPr>
          <p:cNvGrpSpPr/>
          <p:nvPr/>
        </p:nvGrpSpPr>
        <p:grpSpPr>
          <a:xfrm>
            <a:off x="736115" y="8805600"/>
            <a:ext cx="3496795" cy="3738907"/>
            <a:chOff x="736115" y="8787891"/>
            <a:chExt cx="3496795" cy="3738907"/>
          </a:xfrm>
        </p:grpSpPr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id="{5633F450-05C5-FC75-8241-340A97D52480}"/>
                </a:ext>
              </a:extLst>
            </p:cNvPr>
            <p:cNvSpPr/>
            <p:nvPr/>
          </p:nvSpPr>
          <p:spPr>
            <a:xfrm>
              <a:off x="888510" y="9184256"/>
              <a:ext cx="3344400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F74DD54-5632-6C74-A035-9C069BA960AC}"/>
                </a:ext>
              </a:extLst>
            </p:cNvPr>
            <p:cNvSpPr/>
            <p:nvPr/>
          </p:nvSpPr>
          <p:spPr>
            <a:xfrm>
              <a:off x="1101864" y="9399117"/>
              <a:ext cx="2915834" cy="2915834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511300" h="1511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3" name="CaixaDeTexto 112">
              <a:extLst>
                <a:ext uri="{FF2B5EF4-FFF2-40B4-BE49-F238E27FC236}">
                  <a16:creationId xmlns:a16="http://schemas.microsoft.com/office/drawing/2014/main" id="{6EBF391D-C667-EF89-6B58-1BAB8E9DB628}"/>
                </a:ext>
              </a:extLst>
            </p:cNvPr>
            <p:cNvSpPr txBox="1"/>
            <p:nvPr/>
          </p:nvSpPr>
          <p:spPr>
            <a:xfrm>
              <a:off x="3133805" y="87878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t</a:t>
              </a: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D7042230-279E-2B89-AA04-4584E3F8BA11}"/>
                </a:ext>
              </a:extLst>
            </p:cNvPr>
            <p:cNvSpPr txBox="1"/>
            <p:nvPr/>
          </p:nvSpPr>
          <p:spPr>
            <a:xfrm>
              <a:off x="888511" y="118553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Top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D6F056CA-A5BE-12B6-F515-A7B264F09763}"/>
                    </a:ext>
                  </a:extLst>
                </p:cNvPr>
                <p:cNvSpPr txBox="1"/>
                <p:nvPr/>
              </p:nvSpPr>
              <p:spPr>
                <a:xfrm>
                  <a:off x="736115" y="9246630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CaixaDeTexto 114">
                  <a:extLst>
                    <a:ext uri="{FF2B5EF4-FFF2-40B4-BE49-F238E27FC236}">
                      <a16:creationId xmlns:a16="http://schemas.microsoft.com/office/drawing/2014/main" id="{D6F056CA-A5BE-12B6-F515-A7B264F097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15" y="9246630"/>
                  <a:ext cx="1158206" cy="100610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E2712CA-F3B8-2FEE-2DBE-456482BE3BB0}"/>
              </a:ext>
            </a:extLst>
          </p:cNvPr>
          <p:cNvGrpSpPr/>
          <p:nvPr/>
        </p:nvGrpSpPr>
        <p:grpSpPr>
          <a:xfrm>
            <a:off x="769430" y="5072200"/>
            <a:ext cx="3495013" cy="3772498"/>
            <a:chOff x="769430" y="5098639"/>
            <a:chExt cx="3495013" cy="3772498"/>
          </a:xfrm>
        </p:grpSpPr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id="{94079373-38AB-AD53-813A-61454976ED45}"/>
                </a:ext>
              </a:extLst>
            </p:cNvPr>
            <p:cNvSpPr/>
            <p:nvPr/>
          </p:nvSpPr>
          <p:spPr>
            <a:xfrm>
              <a:off x="886977" y="5528595"/>
              <a:ext cx="3344400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D47605B-D0BC-1EAC-2A2B-E6CBE2F212C7}"/>
                </a:ext>
              </a:extLst>
            </p:cNvPr>
            <p:cNvSpPr/>
            <p:nvPr/>
          </p:nvSpPr>
          <p:spPr>
            <a:xfrm>
              <a:off x="2308060" y="6882670"/>
              <a:ext cx="570223" cy="570223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292100" h="292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3D033202-E3C9-52CF-73E4-8AA06B58716F}"/>
                </a:ext>
              </a:extLst>
            </p:cNvPr>
            <p:cNvSpPr txBox="1"/>
            <p:nvPr/>
          </p:nvSpPr>
          <p:spPr>
            <a:xfrm>
              <a:off x="2883311" y="509863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c</a:t>
              </a: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22C2D622-27FB-5A6A-DBD7-1FA3F115E988}"/>
                </a:ext>
              </a:extLst>
            </p:cNvPr>
            <p:cNvSpPr txBox="1"/>
            <p:nvPr/>
          </p:nvSpPr>
          <p:spPr>
            <a:xfrm>
              <a:off x="921901" y="816608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latin typeface="Aptos Display" panose="020B0004020202020204" pitchFamily="34" charset="0"/>
                </a:rPr>
                <a:t>Charm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8D9998C1-9BDE-97EE-E4B6-85536AF248E3}"/>
                    </a:ext>
                  </a:extLst>
                </p:cNvPr>
                <p:cNvSpPr txBox="1"/>
                <p:nvPr/>
              </p:nvSpPr>
              <p:spPr>
                <a:xfrm>
                  <a:off x="769430" y="5535259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8D9998C1-9BDE-97EE-E4B6-85536AF248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430" y="5535259"/>
                  <a:ext cx="1158206" cy="10061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393312C-5CAA-4B53-9E8D-E21DAC87E8CB}"/>
              </a:ext>
            </a:extLst>
          </p:cNvPr>
          <p:cNvGrpSpPr/>
          <p:nvPr/>
        </p:nvGrpSpPr>
        <p:grpSpPr>
          <a:xfrm>
            <a:off x="4452003" y="8805600"/>
            <a:ext cx="3494938" cy="3738908"/>
            <a:chOff x="4455178" y="8788354"/>
            <a:chExt cx="3494938" cy="3738908"/>
          </a:xfrm>
        </p:grpSpPr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id="{6EC8A6A1-BD1D-9579-14E5-C6C6C083AE97}"/>
                </a:ext>
              </a:extLst>
            </p:cNvPr>
            <p:cNvSpPr/>
            <p:nvPr/>
          </p:nvSpPr>
          <p:spPr>
            <a:xfrm>
              <a:off x="4607574" y="9184720"/>
              <a:ext cx="3342542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3501F6F-7CB0-07C5-E88F-470FB1440EAA}"/>
                </a:ext>
              </a:extLst>
            </p:cNvPr>
            <p:cNvSpPr/>
            <p:nvPr/>
          </p:nvSpPr>
          <p:spPr>
            <a:xfrm>
              <a:off x="5854057" y="10309562"/>
              <a:ext cx="849575" cy="849575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444500" h="444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C632DB59-1392-EB26-6C5F-A3FAB4E5E082}"/>
                </a:ext>
              </a:extLst>
            </p:cNvPr>
            <p:cNvSpPr txBox="1"/>
            <p:nvPr/>
          </p:nvSpPr>
          <p:spPr>
            <a:xfrm>
              <a:off x="6548077" y="878835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b</a:t>
              </a: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54354D69-5425-5E45-B7C6-F818757493C6}"/>
                </a:ext>
              </a:extLst>
            </p:cNvPr>
            <p:cNvSpPr txBox="1"/>
            <p:nvPr/>
          </p:nvSpPr>
          <p:spPr>
            <a:xfrm>
              <a:off x="4607574" y="118557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Bottom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CaixaDeTexto 128">
                  <a:extLst>
                    <a:ext uri="{FF2B5EF4-FFF2-40B4-BE49-F238E27FC236}">
                      <a16:creationId xmlns:a16="http://schemas.microsoft.com/office/drawing/2014/main" id="{3533D9A5-44E5-6344-7DE7-2D05183CF43A}"/>
                    </a:ext>
                  </a:extLst>
                </p:cNvPr>
                <p:cNvSpPr txBox="1"/>
                <p:nvPr/>
              </p:nvSpPr>
              <p:spPr>
                <a:xfrm>
                  <a:off x="4455178" y="9247094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9" name="CaixaDeTexto 128">
                  <a:extLst>
                    <a:ext uri="{FF2B5EF4-FFF2-40B4-BE49-F238E27FC236}">
                      <a16:creationId xmlns:a16="http://schemas.microsoft.com/office/drawing/2014/main" id="{3533D9A5-44E5-6344-7DE7-2D05183CF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5178" y="9247094"/>
                  <a:ext cx="1158206" cy="10037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DF491C8-A7C0-E72A-0837-24B4129C3EFA}"/>
              </a:ext>
            </a:extLst>
          </p:cNvPr>
          <p:cNvGrpSpPr/>
          <p:nvPr/>
        </p:nvGrpSpPr>
        <p:grpSpPr>
          <a:xfrm>
            <a:off x="4446771" y="5097600"/>
            <a:ext cx="3494938" cy="3740287"/>
            <a:chOff x="4446771" y="5098639"/>
            <a:chExt cx="3494938" cy="3740287"/>
          </a:xfrm>
        </p:grpSpPr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id="{58BEC822-0A64-CF7D-7ABF-6169AF8E3890}"/>
                </a:ext>
              </a:extLst>
            </p:cNvPr>
            <p:cNvSpPr/>
            <p:nvPr/>
          </p:nvSpPr>
          <p:spPr>
            <a:xfrm>
              <a:off x="4599167" y="5496384"/>
              <a:ext cx="3342542" cy="3342542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CE86457-FEAA-07F7-1093-734617856C31}"/>
                </a:ext>
              </a:extLst>
            </p:cNvPr>
            <p:cNvSpPr/>
            <p:nvPr/>
          </p:nvSpPr>
          <p:spPr>
            <a:xfrm>
              <a:off x="6150921" y="7048265"/>
              <a:ext cx="239033" cy="239033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7950" h="1079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id="{DC9FDA2D-10F1-684D-E764-6993ABF0EA7D}"/>
                </a:ext>
              </a:extLst>
            </p:cNvPr>
            <p:cNvSpPr txBox="1"/>
            <p:nvPr/>
          </p:nvSpPr>
          <p:spPr>
            <a:xfrm>
              <a:off x="6565339" y="509863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s</a:t>
              </a:r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71856B91-D5ED-6ED3-99AA-B9B32F767EBA}"/>
                </a:ext>
              </a:extLst>
            </p:cNvPr>
            <p:cNvSpPr txBox="1"/>
            <p:nvPr/>
          </p:nvSpPr>
          <p:spPr>
            <a:xfrm>
              <a:off x="4599167" y="816608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Strange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D55E7A82-5D31-7E07-A927-6C8122892130}"/>
                    </a:ext>
                  </a:extLst>
                </p:cNvPr>
                <p:cNvSpPr txBox="1"/>
                <p:nvPr/>
              </p:nvSpPr>
              <p:spPr>
                <a:xfrm>
                  <a:off x="4446771" y="5557378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D55E7A82-5D31-7E07-A927-6C81228921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6771" y="5557378"/>
                  <a:ext cx="1158206" cy="10037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C768BC1E-3A89-9D48-19C5-B9C79ACF4729}"/>
              </a:ext>
            </a:extLst>
          </p:cNvPr>
          <p:cNvGrpSpPr/>
          <p:nvPr/>
        </p:nvGrpSpPr>
        <p:grpSpPr>
          <a:xfrm>
            <a:off x="8523223" y="8796075"/>
            <a:ext cx="3346034" cy="3746547"/>
            <a:chOff x="8554973" y="8799414"/>
            <a:chExt cx="3346034" cy="3746547"/>
          </a:xfrm>
        </p:grpSpPr>
        <p:sp>
          <p:nvSpPr>
            <p:cNvPr id="140" name="Retângulo 139">
              <a:extLst>
                <a:ext uri="{FF2B5EF4-FFF2-40B4-BE49-F238E27FC236}">
                  <a16:creationId xmlns:a16="http://schemas.microsoft.com/office/drawing/2014/main" id="{50864675-2092-DC28-B07D-8535A87D883E}"/>
                </a:ext>
              </a:extLst>
            </p:cNvPr>
            <p:cNvSpPr/>
            <p:nvPr/>
          </p:nvSpPr>
          <p:spPr>
            <a:xfrm>
              <a:off x="8558465" y="9203420"/>
              <a:ext cx="3342542" cy="3342541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5624A46-9370-48D3-3627-7E02E76AB0E6}"/>
                </a:ext>
              </a:extLst>
            </p:cNvPr>
            <p:cNvSpPr/>
            <p:nvPr/>
          </p:nvSpPr>
          <p:spPr>
            <a:xfrm>
              <a:off x="9908013" y="10556700"/>
              <a:ext cx="636461" cy="636461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03725476-2391-C920-689F-42B4FB43DA27}"/>
                </a:ext>
              </a:extLst>
            </p:cNvPr>
            <p:cNvSpPr txBox="1"/>
            <p:nvPr/>
          </p:nvSpPr>
          <p:spPr>
            <a:xfrm>
              <a:off x="10682283" y="879941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36996447-5B6B-547B-CE4C-276437D68A4F}"/>
                </a:ext>
              </a:extLst>
            </p:cNvPr>
            <p:cNvSpPr txBox="1"/>
            <p:nvPr/>
          </p:nvSpPr>
          <p:spPr>
            <a:xfrm>
              <a:off x="8554973" y="1186685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B6272A04-A75F-7578-FF3D-58528442AB63}"/>
                </a:ext>
              </a:extLst>
            </p:cNvPr>
            <p:cNvSpPr txBox="1"/>
            <p:nvPr/>
          </p:nvSpPr>
          <p:spPr>
            <a:xfrm>
              <a:off x="8700423" y="94799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3E26DB0-3DE5-6F98-3F4F-B3818EF54BB8}"/>
              </a:ext>
            </a:extLst>
          </p:cNvPr>
          <p:cNvGrpSpPr/>
          <p:nvPr/>
        </p:nvGrpSpPr>
        <p:grpSpPr>
          <a:xfrm>
            <a:off x="12234101" y="1332450"/>
            <a:ext cx="3646866" cy="3773888"/>
            <a:chOff x="12226481" y="1361637"/>
            <a:chExt cx="3646866" cy="4029607"/>
          </a:xfrm>
        </p:grpSpPr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1DC33FBA-BA96-9CAE-A8BF-C282AB3631F6}"/>
                </a:ext>
              </a:extLst>
            </p:cNvPr>
            <p:cNvSpPr/>
            <p:nvPr/>
          </p:nvSpPr>
          <p:spPr>
            <a:xfrm>
              <a:off x="12226481" y="1820227"/>
              <a:ext cx="3342542" cy="3571017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D81ABFCA-8DEB-01C4-4DE9-E0256BAF36F6}"/>
                </a:ext>
              </a:extLst>
            </p:cNvPr>
            <p:cNvSpPr txBox="1"/>
            <p:nvPr/>
          </p:nvSpPr>
          <p:spPr>
            <a:xfrm>
              <a:off x="14130970" y="136163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DA7E1C1A-2BC7-BC8E-384C-C59FCB59C686}"/>
                </a:ext>
              </a:extLst>
            </p:cNvPr>
            <p:cNvSpPr txBox="1"/>
            <p:nvPr/>
          </p:nvSpPr>
          <p:spPr>
            <a:xfrm>
              <a:off x="12226481" y="469769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0BC0196-7745-1E2E-AA8E-CACCEC957828}"/>
                </a:ext>
              </a:extLst>
            </p:cNvPr>
            <p:cNvSpPr txBox="1"/>
            <p:nvPr/>
          </p:nvSpPr>
          <p:spPr>
            <a:xfrm>
              <a:off x="14877696" y="2801703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7EC3209-4D3F-C1B7-230D-05818DFAE7D1}"/>
                </a:ext>
              </a:extLst>
            </p:cNvPr>
            <p:cNvSpPr txBox="1"/>
            <p:nvPr/>
          </p:nvSpPr>
          <p:spPr>
            <a:xfrm>
              <a:off x="12398918" y="21078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FBBBB3C-F08F-D73D-C94C-AB94101A4F63}"/>
              </a:ext>
            </a:extLst>
          </p:cNvPr>
          <p:cNvGrpSpPr/>
          <p:nvPr/>
        </p:nvGrpSpPr>
        <p:grpSpPr>
          <a:xfrm>
            <a:off x="12232954" y="5041720"/>
            <a:ext cx="3646866" cy="3801132"/>
            <a:chOff x="12237717" y="5050743"/>
            <a:chExt cx="3646866" cy="3801132"/>
          </a:xfrm>
        </p:grpSpPr>
        <p:sp>
          <p:nvSpPr>
            <p:cNvPr id="152" name="Retângulo 151">
              <a:extLst>
                <a:ext uri="{FF2B5EF4-FFF2-40B4-BE49-F238E27FC236}">
                  <a16:creationId xmlns:a16="http://schemas.microsoft.com/office/drawing/2014/main" id="{8BAFD740-A233-F3A4-055F-C3CD25E16E59}"/>
                </a:ext>
              </a:extLst>
            </p:cNvPr>
            <p:cNvSpPr/>
            <p:nvPr/>
          </p:nvSpPr>
          <p:spPr>
            <a:xfrm>
              <a:off x="12237717" y="5509333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1CD85DBA-9C51-C3E6-59BA-13D78AF1A23F}"/>
                </a:ext>
              </a:extLst>
            </p:cNvPr>
            <p:cNvSpPr txBox="1"/>
            <p:nvPr/>
          </p:nvSpPr>
          <p:spPr>
            <a:xfrm>
              <a:off x="12237717" y="817914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3656A65F-84B6-FB22-6659-4ABBFB0882F5}"/>
                </a:ext>
              </a:extLst>
            </p:cNvPr>
            <p:cNvSpPr txBox="1"/>
            <p:nvPr/>
          </p:nvSpPr>
          <p:spPr>
            <a:xfrm>
              <a:off x="14142206" y="5050743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7F7257C0-D370-28E4-A746-DFB439406B82}"/>
                </a:ext>
              </a:extLst>
            </p:cNvPr>
            <p:cNvSpPr txBox="1"/>
            <p:nvPr/>
          </p:nvSpPr>
          <p:spPr>
            <a:xfrm>
              <a:off x="14888932" y="6490809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DD28FD21-B8AB-E34A-9F60-359ADD9079F0}"/>
                </a:ext>
              </a:extLst>
            </p:cNvPr>
            <p:cNvSpPr txBox="1"/>
            <p:nvPr/>
          </p:nvSpPr>
          <p:spPr>
            <a:xfrm>
              <a:off x="12407431" y="580431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EAD92E1-8805-27D9-8627-59787DF38598}"/>
              </a:ext>
            </a:extLst>
          </p:cNvPr>
          <p:cNvGrpSpPr/>
          <p:nvPr/>
        </p:nvGrpSpPr>
        <p:grpSpPr>
          <a:xfrm>
            <a:off x="12236329" y="8744640"/>
            <a:ext cx="3646866" cy="3801132"/>
            <a:chOff x="12250618" y="8745196"/>
            <a:chExt cx="3646866" cy="3801132"/>
          </a:xfrm>
        </p:grpSpPr>
        <p:sp>
          <p:nvSpPr>
            <p:cNvPr id="158" name="Retângulo 157">
              <a:extLst>
                <a:ext uri="{FF2B5EF4-FFF2-40B4-BE49-F238E27FC236}">
                  <a16:creationId xmlns:a16="http://schemas.microsoft.com/office/drawing/2014/main" id="{27D68471-E1B7-C7D7-AC73-266786828AC7}"/>
                </a:ext>
              </a:extLst>
            </p:cNvPr>
            <p:cNvSpPr/>
            <p:nvPr/>
          </p:nvSpPr>
          <p:spPr>
            <a:xfrm>
              <a:off x="12250618" y="9203786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CC926C4E-63F2-B808-1B77-6DFB1024FE2D}"/>
                </a:ext>
              </a:extLst>
            </p:cNvPr>
            <p:cNvSpPr txBox="1"/>
            <p:nvPr/>
          </p:nvSpPr>
          <p:spPr>
            <a:xfrm>
              <a:off x="12250618" y="118735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EEAB6430-758B-6300-7965-C1CC6F6EC75F}"/>
                </a:ext>
              </a:extLst>
            </p:cNvPr>
            <p:cNvSpPr txBox="1"/>
            <p:nvPr/>
          </p:nvSpPr>
          <p:spPr>
            <a:xfrm>
              <a:off x="14155107" y="8745196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EFDCF4AC-FB1D-BEE7-BEA6-AE6C12201B82}"/>
                </a:ext>
              </a:extLst>
            </p:cNvPr>
            <p:cNvSpPr txBox="1"/>
            <p:nvPr/>
          </p:nvSpPr>
          <p:spPr>
            <a:xfrm>
              <a:off x="14901833" y="10185262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844514BC-9655-BC9E-856C-299A5A68335B}"/>
                </a:ext>
              </a:extLst>
            </p:cNvPr>
            <p:cNvSpPr txBox="1"/>
            <p:nvPr/>
          </p:nvSpPr>
          <p:spPr>
            <a:xfrm>
              <a:off x="12426547" y="9497791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A6722A-D9C7-1D01-39EB-74ADD8F3CC9C}"/>
              </a:ext>
            </a:extLst>
          </p:cNvPr>
          <p:cNvGrpSpPr/>
          <p:nvPr/>
        </p:nvGrpSpPr>
        <p:grpSpPr>
          <a:xfrm>
            <a:off x="8527838" y="5097600"/>
            <a:ext cx="3345265" cy="3747523"/>
            <a:chOff x="8527838" y="5105369"/>
            <a:chExt cx="3345265" cy="3747523"/>
          </a:xfrm>
        </p:grpSpPr>
        <p:sp>
          <p:nvSpPr>
            <p:cNvPr id="164" name="Retângulo 163">
              <a:extLst>
                <a:ext uri="{FF2B5EF4-FFF2-40B4-BE49-F238E27FC236}">
                  <a16:creationId xmlns:a16="http://schemas.microsoft.com/office/drawing/2014/main" id="{F1618A34-523E-E1D9-B665-603C497A94A2}"/>
                </a:ext>
              </a:extLst>
            </p:cNvPr>
            <p:cNvSpPr/>
            <p:nvPr/>
          </p:nvSpPr>
          <p:spPr>
            <a:xfrm>
              <a:off x="8527838" y="5510350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EC0571D5-047A-9355-B8E4-C92D55C87FCE}"/>
                </a:ext>
              </a:extLst>
            </p:cNvPr>
            <p:cNvSpPr txBox="1"/>
            <p:nvPr/>
          </p:nvSpPr>
          <p:spPr>
            <a:xfrm>
              <a:off x="10402345" y="510536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6" name="CaixaDeTexto 165">
              <a:extLst>
                <a:ext uri="{FF2B5EF4-FFF2-40B4-BE49-F238E27FC236}">
                  <a16:creationId xmlns:a16="http://schemas.microsoft.com/office/drawing/2014/main" id="{04577866-3C26-8CE6-DA2F-EDD642DFB032}"/>
                </a:ext>
              </a:extLst>
            </p:cNvPr>
            <p:cNvSpPr txBox="1"/>
            <p:nvPr/>
          </p:nvSpPr>
          <p:spPr>
            <a:xfrm>
              <a:off x="8530561" y="817281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FEDB302F-98F5-147A-6971-93D1852490AF}"/>
                </a:ext>
              </a:extLst>
            </p:cNvPr>
            <p:cNvSpPr txBox="1"/>
            <p:nvPr/>
          </p:nvSpPr>
          <p:spPr>
            <a:xfrm>
              <a:off x="8669796" y="578684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EBEAFD5-F943-4F9C-5248-1C956204D704}"/>
                </a:ext>
              </a:extLst>
            </p:cNvPr>
            <p:cNvSpPr/>
            <p:nvPr/>
          </p:nvSpPr>
          <p:spPr>
            <a:xfrm>
              <a:off x="10067552" y="7048691"/>
              <a:ext cx="247673" cy="247673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FBCCA41-7AD9-C0CD-F14E-FCE12ADE4E73}"/>
              </a:ext>
            </a:extLst>
          </p:cNvPr>
          <p:cNvGrpSpPr/>
          <p:nvPr/>
        </p:nvGrpSpPr>
        <p:grpSpPr>
          <a:xfrm>
            <a:off x="16476927" y="5097600"/>
            <a:ext cx="3373167" cy="3738907"/>
            <a:chOff x="16505955" y="5112210"/>
            <a:chExt cx="3373167" cy="3738907"/>
          </a:xfrm>
        </p:grpSpPr>
        <p:sp>
          <p:nvSpPr>
            <p:cNvPr id="170" name="Retângulo 169">
              <a:extLst>
                <a:ext uri="{FF2B5EF4-FFF2-40B4-BE49-F238E27FC236}">
                  <a16:creationId xmlns:a16="http://schemas.microsoft.com/office/drawing/2014/main" id="{CC110E69-83CC-06E7-5197-0E67935DF80D}"/>
                </a:ext>
              </a:extLst>
            </p:cNvPr>
            <p:cNvSpPr/>
            <p:nvPr/>
          </p:nvSpPr>
          <p:spPr>
            <a:xfrm>
              <a:off x="16536580" y="5508575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51054F0-71AE-6545-91DD-B99CC40AA1C2}"/>
                </a:ext>
              </a:extLst>
            </p:cNvPr>
            <p:cNvSpPr/>
            <p:nvPr/>
          </p:nvSpPr>
          <p:spPr>
            <a:xfrm>
              <a:off x="16992141" y="5873120"/>
              <a:ext cx="2370170" cy="237017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E4B577C6-3819-330C-0A65-3AD2CD3DFD22}"/>
                </a:ext>
              </a:extLst>
            </p:cNvPr>
            <p:cNvSpPr txBox="1"/>
            <p:nvPr/>
          </p:nvSpPr>
          <p:spPr>
            <a:xfrm>
              <a:off x="18334246" y="5112210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C8D8C629-6AFD-D469-2DAD-55496991EEF2}"/>
                </a:ext>
              </a:extLst>
            </p:cNvPr>
            <p:cNvSpPr txBox="1"/>
            <p:nvPr/>
          </p:nvSpPr>
          <p:spPr>
            <a:xfrm>
              <a:off x="16505955" y="8179655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330A7384-6DCB-CCC9-122A-06925F8EC16F}"/>
                </a:ext>
              </a:extLst>
            </p:cNvPr>
            <p:cNvSpPr txBox="1"/>
            <p:nvPr/>
          </p:nvSpPr>
          <p:spPr>
            <a:xfrm>
              <a:off x="16699528" y="579747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C78172C-9A7E-7D94-B40E-5561BFA5D63B}"/>
              </a:ext>
            </a:extLst>
          </p:cNvPr>
          <p:cNvGrpSpPr/>
          <p:nvPr/>
        </p:nvGrpSpPr>
        <p:grpSpPr>
          <a:xfrm>
            <a:off x="16505850" y="1389600"/>
            <a:ext cx="3342646" cy="3734581"/>
            <a:chOff x="16505850" y="1404895"/>
            <a:chExt cx="3342646" cy="3734581"/>
          </a:xfrm>
        </p:grpSpPr>
        <p:sp>
          <p:nvSpPr>
            <p:cNvPr id="176" name="Retângulo 175">
              <a:extLst>
                <a:ext uri="{FF2B5EF4-FFF2-40B4-BE49-F238E27FC236}">
                  <a16:creationId xmlns:a16="http://schemas.microsoft.com/office/drawing/2014/main" id="{C49E23AD-8ED6-05C1-8CC8-4695C88A945E}"/>
                </a:ext>
              </a:extLst>
            </p:cNvPr>
            <p:cNvSpPr/>
            <p:nvPr/>
          </p:nvSpPr>
          <p:spPr>
            <a:xfrm>
              <a:off x="16505850" y="1796935"/>
              <a:ext cx="3342542" cy="3342541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A9F5D98A-D08D-7539-D41D-C47C24752B64}"/>
                </a:ext>
              </a:extLst>
            </p:cNvPr>
            <p:cNvSpPr txBox="1"/>
            <p:nvPr/>
          </p:nvSpPr>
          <p:spPr>
            <a:xfrm>
              <a:off x="18425683" y="1404895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2107DB64-2E85-DA63-4B6A-3E7A59427DDE}"/>
                </a:ext>
              </a:extLst>
            </p:cNvPr>
            <p:cNvSpPr txBox="1"/>
            <p:nvPr/>
          </p:nvSpPr>
          <p:spPr>
            <a:xfrm>
              <a:off x="16505954" y="447234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9" name="CaixaDeTexto 178">
              <a:extLst>
                <a:ext uri="{FF2B5EF4-FFF2-40B4-BE49-F238E27FC236}">
                  <a16:creationId xmlns:a16="http://schemas.microsoft.com/office/drawing/2014/main" id="{8E4BD172-1AD4-E6BB-3FE3-7C702DDA8506}"/>
                </a:ext>
              </a:extLst>
            </p:cNvPr>
            <p:cNvSpPr txBox="1"/>
            <p:nvPr/>
          </p:nvSpPr>
          <p:spPr>
            <a:xfrm>
              <a:off x="16684778" y="20901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76919A5-612C-712A-4322-C2CC490ED861}"/>
              </a:ext>
            </a:extLst>
          </p:cNvPr>
          <p:cNvGrpSpPr/>
          <p:nvPr/>
        </p:nvGrpSpPr>
        <p:grpSpPr>
          <a:xfrm>
            <a:off x="20214935" y="1389600"/>
            <a:ext cx="3342668" cy="3740414"/>
            <a:chOff x="20214935" y="1399308"/>
            <a:chExt cx="3342668" cy="3740414"/>
          </a:xfrm>
        </p:grpSpPr>
        <p:sp>
          <p:nvSpPr>
            <p:cNvPr id="181" name="Retângulo 180">
              <a:extLst>
                <a:ext uri="{FF2B5EF4-FFF2-40B4-BE49-F238E27FC236}">
                  <a16:creationId xmlns:a16="http://schemas.microsoft.com/office/drawing/2014/main" id="{CA4F0E45-84B0-8868-A3AC-385FD39D15FF}"/>
                </a:ext>
              </a:extLst>
            </p:cNvPr>
            <p:cNvSpPr/>
            <p:nvPr/>
          </p:nvSpPr>
          <p:spPr>
            <a:xfrm>
              <a:off x="20214935" y="1797180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2" name="CaixaDeTexto 181">
              <a:extLst>
                <a:ext uri="{FF2B5EF4-FFF2-40B4-BE49-F238E27FC236}">
                  <a16:creationId xmlns:a16="http://schemas.microsoft.com/office/drawing/2014/main" id="{0DF13C44-2CF2-E68C-4346-DCB3F26AB8B5}"/>
                </a:ext>
              </a:extLst>
            </p:cNvPr>
            <p:cNvSpPr txBox="1"/>
            <p:nvPr/>
          </p:nvSpPr>
          <p:spPr>
            <a:xfrm>
              <a:off x="22170989" y="1399308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g</a:t>
              </a:r>
            </a:p>
          </p:txBody>
        </p: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9D5C9AB6-ABBD-2911-9208-FCE76077DDE6}"/>
                </a:ext>
              </a:extLst>
            </p:cNvPr>
            <p:cNvSpPr txBox="1"/>
            <p:nvPr/>
          </p:nvSpPr>
          <p:spPr>
            <a:xfrm>
              <a:off x="20215061" y="446675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Gluon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4" name="CaixaDeTexto 183">
              <a:extLst>
                <a:ext uri="{FF2B5EF4-FFF2-40B4-BE49-F238E27FC236}">
                  <a16:creationId xmlns:a16="http://schemas.microsoft.com/office/drawing/2014/main" id="{7E75B096-21AF-AE7D-AD32-D29E77AC3ED8}"/>
                </a:ext>
              </a:extLst>
            </p:cNvPr>
            <p:cNvSpPr txBox="1"/>
            <p:nvPr/>
          </p:nvSpPr>
          <p:spPr>
            <a:xfrm>
              <a:off x="20368469" y="20590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A28508E-6F8D-884F-1D66-61DCFA6C7D8E}"/>
              </a:ext>
            </a:extLst>
          </p:cNvPr>
          <p:cNvGrpSpPr/>
          <p:nvPr/>
        </p:nvGrpSpPr>
        <p:grpSpPr>
          <a:xfrm>
            <a:off x="20214506" y="5097600"/>
            <a:ext cx="3342668" cy="3738907"/>
            <a:chOff x="20216887" y="5110831"/>
            <a:chExt cx="3342668" cy="3738907"/>
          </a:xfrm>
        </p:grpSpPr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02123318-CFEF-0FC0-FB31-18F4228E96ED}"/>
                </a:ext>
              </a:extLst>
            </p:cNvPr>
            <p:cNvSpPr/>
            <p:nvPr/>
          </p:nvSpPr>
          <p:spPr>
            <a:xfrm>
              <a:off x="20216887" y="5507196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5EC9A88D-B95A-3D2E-CA0B-4E2923178EA0}"/>
                </a:ext>
              </a:extLst>
            </p:cNvPr>
            <p:cNvSpPr txBox="1"/>
            <p:nvPr/>
          </p:nvSpPr>
          <p:spPr>
            <a:xfrm>
              <a:off x="20217013" y="817827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FBC62BBF-0F45-1EF8-546E-9DEDA40AE19C}"/>
                </a:ext>
              </a:extLst>
            </p:cNvPr>
            <p:cNvSpPr/>
            <p:nvPr/>
          </p:nvSpPr>
          <p:spPr>
            <a:xfrm>
              <a:off x="20799801" y="5923015"/>
              <a:ext cx="2272253" cy="2272253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1872C7CC-6692-3142-CE51-8229E7466004}"/>
                </a:ext>
              </a:extLst>
            </p:cNvPr>
            <p:cNvSpPr txBox="1"/>
            <p:nvPr/>
          </p:nvSpPr>
          <p:spPr>
            <a:xfrm>
              <a:off x="21252848" y="511083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/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blipFill>
                  <a:blip r:embed="rId6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F903E5-1DCE-7EDE-5E1A-8252191EA099}"/>
              </a:ext>
            </a:extLst>
          </p:cNvPr>
          <p:cNvGrpSpPr/>
          <p:nvPr/>
        </p:nvGrpSpPr>
        <p:grpSpPr>
          <a:xfrm>
            <a:off x="24104980" y="1389600"/>
            <a:ext cx="3373167" cy="3738907"/>
            <a:chOff x="24057355" y="1389691"/>
            <a:chExt cx="3373167" cy="3738907"/>
          </a:xfrm>
        </p:grpSpPr>
        <p:sp>
          <p:nvSpPr>
            <p:cNvPr id="192" name="Retângulo 191">
              <a:extLst>
                <a:ext uri="{FF2B5EF4-FFF2-40B4-BE49-F238E27FC236}">
                  <a16:creationId xmlns:a16="http://schemas.microsoft.com/office/drawing/2014/main" id="{CF8C5A5E-C9F9-8143-7D23-4AEF33326643}"/>
                </a:ext>
              </a:extLst>
            </p:cNvPr>
            <p:cNvSpPr/>
            <p:nvPr/>
          </p:nvSpPr>
          <p:spPr>
            <a:xfrm>
              <a:off x="24087980" y="1786056"/>
              <a:ext cx="3342542" cy="3342542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DBA2D4-9369-2B2E-9990-0600698722D9}"/>
                </a:ext>
              </a:extLst>
            </p:cNvPr>
            <p:cNvSpPr/>
            <p:nvPr/>
          </p:nvSpPr>
          <p:spPr>
            <a:xfrm>
              <a:off x="24411065" y="2141273"/>
              <a:ext cx="2635122" cy="2635123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CaixaDeTexto 193">
              <a:extLst>
                <a:ext uri="{FF2B5EF4-FFF2-40B4-BE49-F238E27FC236}">
                  <a16:creationId xmlns:a16="http://schemas.microsoft.com/office/drawing/2014/main" id="{7ECA0BFB-03F4-40AB-B701-6BE31D3104E1}"/>
                </a:ext>
              </a:extLst>
            </p:cNvPr>
            <p:cNvSpPr txBox="1"/>
            <p:nvPr/>
          </p:nvSpPr>
          <p:spPr>
            <a:xfrm>
              <a:off x="25673274" y="13896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195" name="CaixaDeTexto 194">
              <a:extLst>
                <a:ext uri="{FF2B5EF4-FFF2-40B4-BE49-F238E27FC236}">
                  <a16:creationId xmlns:a16="http://schemas.microsoft.com/office/drawing/2014/main" id="{7DDA4541-E3AC-B5EF-C0BB-FBAD93C119F2}"/>
                </a:ext>
              </a:extLst>
            </p:cNvPr>
            <p:cNvSpPr txBox="1"/>
            <p:nvPr/>
          </p:nvSpPr>
          <p:spPr>
            <a:xfrm>
              <a:off x="24057355" y="44571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6" name="CaixaDeTexto 195">
              <a:extLst>
                <a:ext uri="{FF2B5EF4-FFF2-40B4-BE49-F238E27FC236}">
                  <a16:creationId xmlns:a16="http://schemas.microsoft.com/office/drawing/2014/main" id="{3AD6E070-06D5-DFBB-5408-0FD9C10A9B06}"/>
                </a:ext>
              </a:extLst>
            </p:cNvPr>
            <p:cNvSpPr txBox="1"/>
            <p:nvPr/>
          </p:nvSpPr>
          <p:spPr>
            <a:xfrm>
              <a:off x="24250928" y="207495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9BFBD5F-AA93-44A2-7CB4-28D7B5AA841B}"/>
              </a:ext>
            </a:extLst>
          </p:cNvPr>
          <p:cNvGrpSpPr/>
          <p:nvPr/>
        </p:nvGrpSpPr>
        <p:grpSpPr>
          <a:xfrm>
            <a:off x="8526404" y="1389600"/>
            <a:ext cx="3342542" cy="3748406"/>
            <a:chOff x="8526404" y="1399029"/>
            <a:chExt cx="3342542" cy="3748406"/>
          </a:xfrm>
        </p:grpSpPr>
        <p:sp>
          <p:nvSpPr>
            <p:cNvPr id="198" name="Retângulo 197">
              <a:extLst>
                <a:ext uri="{FF2B5EF4-FFF2-40B4-BE49-F238E27FC236}">
                  <a16:creationId xmlns:a16="http://schemas.microsoft.com/office/drawing/2014/main" id="{7E1F13DA-3EB8-37F8-D3C5-9ACAED2378CE}"/>
                </a:ext>
              </a:extLst>
            </p:cNvPr>
            <p:cNvSpPr/>
            <p:nvPr/>
          </p:nvSpPr>
          <p:spPr>
            <a:xfrm>
              <a:off x="8526404" y="1803035"/>
              <a:ext cx="3342542" cy="33444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4BC62B8-14C6-3E07-571A-B9B6049E2FAC}"/>
                </a:ext>
              </a:extLst>
            </p:cNvPr>
            <p:cNvSpPr/>
            <p:nvPr/>
          </p:nvSpPr>
          <p:spPr>
            <a:xfrm>
              <a:off x="10115762" y="3474545"/>
              <a:ext cx="43199" cy="43199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2C739B48-208A-8A12-B6B9-B15DA213D6C3}"/>
                </a:ext>
              </a:extLst>
            </p:cNvPr>
            <p:cNvSpPr txBox="1"/>
            <p:nvPr/>
          </p:nvSpPr>
          <p:spPr>
            <a:xfrm>
              <a:off x="10446133" y="139902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201" name="CaixaDeTexto 200">
              <a:extLst>
                <a:ext uri="{FF2B5EF4-FFF2-40B4-BE49-F238E27FC236}">
                  <a16:creationId xmlns:a16="http://schemas.microsoft.com/office/drawing/2014/main" id="{7A06CC58-2195-72A9-BEFF-7AAA552D765B}"/>
                </a:ext>
              </a:extLst>
            </p:cNvPr>
            <p:cNvSpPr txBox="1"/>
            <p:nvPr/>
          </p:nvSpPr>
          <p:spPr>
            <a:xfrm>
              <a:off x="8526404" y="446647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id="{79AEB902-61D8-4E2F-8AF4-1487724D3239}"/>
                </a:ext>
              </a:extLst>
            </p:cNvPr>
            <p:cNvSpPr txBox="1"/>
            <p:nvPr/>
          </p:nvSpPr>
          <p:spPr>
            <a:xfrm>
              <a:off x="8668362" y="2073156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C06D39A-892C-248D-9F4B-5223390D4399}"/>
              </a:ext>
            </a:extLst>
          </p:cNvPr>
          <p:cNvGrpSpPr/>
          <p:nvPr/>
        </p:nvGrpSpPr>
        <p:grpSpPr>
          <a:xfrm>
            <a:off x="735806" y="1389600"/>
            <a:ext cx="3496433" cy="3743806"/>
            <a:chOff x="735806" y="1389549"/>
            <a:chExt cx="3496433" cy="3743806"/>
          </a:xfrm>
        </p:grpSpPr>
        <p:sp>
          <p:nvSpPr>
            <p:cNvPr id="121" name="Retângulo 120">
              <a:extLst>
                <a:ext uri="{FF2B5EF4-FFF2-40B4-BE49-F238E27FC236}">
                  <a16:creationId xmlns:a16="http://schemas.microsoft.com/office/drawing/2014/main" id="{1571FA19-7A82-324C-DF82-7096998BFB33}"/>
                </a:ext>
              </a:extLst>
            </p:cNvPr>
            <p:cNvSpPr/>
            <p:nvPr/>
          </p:nvSpPr>
          <p:spPr>
            <a:xfrm>
              <a:off x="887839" y="1788955"/>
              <a:ext cx="3344400" cy="33444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D482EFB-8F38-0F95-9F33-C1D3A0607B2B}"/>
                </a:ext>
              </a:extLst>
            </p:cNvPr>
            <p:cNvSpPr/>
            <p:nvPr/>
          </p:nvSpPr>
          <p:spPr>
            <a:xfrm>
              <a:off x="2524913" y="3425909"/>
              <a:ext cx="69118" cy="69118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8100" h="381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DC4E409C-F7B8-3672-5A2D-7E438F181DF9}"/>
                </a:ext>
              </a:extLst>
            </p:cNvPr>
            <p:cNvSpPr txBox="1"/>
            <p:nvPr/>
          </p:nvSpPr>
          <p:spPr>
            <a:xfrm>
              <a:off x="888202" y="445877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Up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aixaDeTexto 123">
                  <a:extLst>
                    <a:ext uri="{FF2B5EF4-FFF2-40B4-BE49-F238E27FC236}">
                      <a16:creationId xmlns:a16="http://schemas.microsoft.com/office/drawing/2014/main" id="{B896C0B1-3C5F-4853-F9C5-9CFCAE032393}"/>
                    </a:ext>
                  </a:extLst>
                </p:cNvPr>
                <p:cNvSpPr txBox="1"/>
                <p:nvPr/>
              </p:nvSpPr>
              <p:spPr>
                <a:xfrm>
                  <a:off x="735806" y="1850064"/>
                  <a:ext cx="1158206" cy="10061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Aptos" panose="020B0004020202020204" pitchFamily="34" charset="0"/>
                          </a:rPr>
                          <m:t>+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4" name="CaixaDeTexto 123">
                  <a:extLst>
                    <a:ext uri="{FF2B5EF4-FFF2-40B4-BE49-F238E27FC236}">
                      <a16:creationId xmlns:a16="http://schemas.microsoft.com/office/drawing/2014/main" id="{B896C0B1-3C5F-4853-F9C5-9CFCAE032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806" y="1850064"/>
                  <a:ext cx="1158206" cy="10061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3" name="CaixaDeTexto 202">
              <a:extLst>
                <a:ext uri="{FF2B5EF4-FFF2-40B4-BE49-F238E27FC236}">
                  <a16:creationId xmlns:a16="http://schemas.microsoft.com/office/drawing/2014/main" id="{8874B4BA-DC3F-044A-2A1D-0DE13EC08295}"/>
                </a:ext>
              </a:extLst>
            </p:cNvPr>
            <p:cNvSpPr txBox="1"/>
            <p:nvPr/>
          </p:nvSpPr>
          <p:spPr>
            <a:xfrm>
              <a:off x="2807389" y="138954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u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40027D0-A161-656C-E9CD-22215DD4A7C5}"/>
              </a:ext>
            </a:extLst>
          </p:cNvPr>
          <p:cNvGrpSpPr/>
          <p:nvPr/>
        </p:nvGrpSpPr>
        <p:grpSpPr>
          <a:xfrm>
            <a:off x="4447889" y="1389600"/>
            <a:ext cx="3494938" cy="3742031"/>
            <a:chOff x="4438364" y="1409387"/>
            <a:chExt cx="3494938" cy="3742031"/>
          </a:xfrm>
        </p:grpSpPr>
        <p:sp>
          <p:nvSpPr>
            <p:cNvPr id="135" name="Retângulo 134">
              <a:extLst>
                <a:ext uri="{FF2B5EF4-FFF2-40B4-BE49-F238E27FC236}">
                  <a16:creationId xmlns:a16="http://schemas.microsoft.com/office/drawing/2014/main" id="{BFCD2BFE-3B96-4959-61DF-8F467D66FDBC}"/>
                </a:ext>
              </a:extLst>
            </p:cNvPr>
            <p:cNvSpPr/>
            <p:nvPr/>
          </p:nvSpPr>
          <p:spPr>
            <a:xfrm>
              <a:off x="4590760" y="1807018"/>
              <a:ext cx="3342542" cy="3344400"/>
            </a:xfrm>
            <a:prstGeom prst="rect">
              <a:avLst/>
            </a:prstGeom>
            <a:solidFill>
              <a:srgbClr val="CC99FF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8EC2E43-D746-DA60-A0A4-4FEAE7703CBA}"/>
                </a:ext>
              </a:extLst>
            </p:cNvPr>
            <p:cNvSpPr/>
            <p:nvPr/>
          </p:nvSpPr>
          <p:spPr>
            <a:xfrm>
              <a:off x="6221157" y="3433891"/>
              <a:ext cx="89277" cy="89277"/>
            </a:xfrm>
            <a:prstGeom prst="ellipse">
              <a:avLst/>
            </a:prstGeom>
            <a:solidFill>
              <a:srgbClr val="99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44450" h="444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5CEA4435-BC59-9B75-14E6-C71D0981A59E}"/>
                </a:ext>
              </a:extLst>
            </p:cNvPr>
            <p:cNvSpPr txBox="1"/>
            <p:nvPr/>
          </p:nvSpPr>
          <p:spPr>
            <a:xfrm>
              <a:off x="4590760" y="4476832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Down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CaixaDeTexto 137">
                  <a:extLst>
                    <a:ext uri="{FF2B5EF4-FFF2-40B4-BE49-F238E27FC236}">
                      <a16:creationId xmlns:a16="http://schemas.microsoft.com/office/drawing/2014/main" id="{976D6450-56F7-F4A9-A838-30965E519E02}"/>
                    </a:ext>
                  </a:extLst>
                </p:cNvPr>
                <p:cNvSpPr txBox="1"/>
                <p:nvPr/>
              </p:nvSpPr>
              <p:spPr>
                <a:xfrm>
                  <a:off x="4438364" y="1868126"/>
                  <a:ext cx="1158206" cy="1003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PT" sz="32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PT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pt-PT" sz="3200">
                                <a:latin typeface="Aptos" panose="020B0004020202020204" pitchFamily="34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pt-PT" sz="32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8" name="CaixaDeTexto 137">
                  <a:extLst>
                    <a:ext uri="{FF2B5EF4-FFF2-40B4-BE49-F238E27FC236}">
                      <a16:creationId xmlns:a16="http://schemas.microsoft.com/office/drawing/2014/main" id="{976D6450-56F7-F4A9-A838-30965E519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8364" y="1868126"/>
                  <a:ext cx="1158206" cy="100373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4" name="CaixaDeTexto 203">
              <a:extLst>
                <a:ext uri="{FF2B5EF4-FFF2-40B4-BE49-F238E27FC236}">
                  <a16:creationId xmlns:a16="http://schemas.microsoft.com/office/drawing/2014/main" id="{AC53A308-08ED-8E03-0718-04B5188440AA}"/>
                </a:ext>
              </a:extLst>
            </p:cNvPr>
            <p:cNvSpPr txBox="1"/>
            <p:nvPr/>
          </p:nvSpPr>
          <p:spPr>
            <a:xfrm>
              <a:off x="6419051" y="140938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48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34746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7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82664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8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92318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9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4473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076399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tângulo 191">
            <a:extLst>
              <a:ext uri="{FF2B5EF4-FFF2-40B4-BE49-F238E27FC236}">
                <a16:creationId xmlns:a16="http://schemas.microsoft.com/office/drawing/2014/main" id="{CF8C5A5E-C9F9-8143-7D23-4AEF33326643}"/>
              </a:ext>
            </a:extLst>
          </p:cNvPr>
          <p:cNvSpPr/>
          <p:nvPr/>
        </p:nvSpPr>
        <p:spPr>
          <a:xfrm>
            <a:off x="24135605" y="1785965"/>
            <a:ext cx="3342542" cy="3342542"/>
          </a:xfrm>
          <a:prstGeom prst="rect">
            <a:avLst/>
          </a:prstGeom>
          <a:solidFill>
            <a:srgbClr val="66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CDBA2D4-9369-2B2E-9990-0600698722D9}"/>
              </a:ext>
            </a:extLst>
          </p:cNvPr>
          <p:cNvSpPr/>
          <p:nvPr/>
        </p:nvSpPr>
        <p:spPr>
          <a:xfrm>
            <a:off x="24458690" y="2141182"/>
            <a:ext cx="2635122" cy="2635123"/>
          </a:xfrm>
          <a:prstGeom prst="ellipse">
            <a:avLst/>
          </a:prstGeom>
          <a:solidFill>
            <a:srgbClr val="FF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333500" h="1333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0" name="Retângulo 139">
            <a:extLst>
              <a:ext uri="{FF2B5EF4-FFF2-40B4-BE49-F238E27FC236}">
                <a16:creationId xmlns:a16="http://schemas.microsoft.com/office/drawing/2014/main" id="{50864675-2092-DC28-B07D-8535A87D883E}"/>
              </a:ext>
            </a:extLst>
          </p:cNvPr>
          <p:cNvSpPr/>
          <p:nvPr/>
        </p:nvSpPr>
        <p:spPr>
          <a:xfrm>
            <a:off x="8526715" y="9200081"/>
            <a:ext cx="3342542" cy="3342541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1DC33FBA-BA96-9CAE-A8BF-C282AB3631F6}"/>
              </a:ext>
            </a:extLst>
          </p:cNvPr>
          <p:cNvSpPr/>
          <p:nvPr/>
        </p:nvSpPr>
        <p:spPr>
          <a:xfrm>
            <a:off x="12234101" y="1761938"/>
            <a:ext cx="3342542" cy="3344400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8BAFD740-A233-F3A4-055F-C3CD25E16E59}"/>
              </a:ext>
            </a:extLst>
          </p:cNvPr>
          <p:cNvSpPr/>
          <p:nvPr/>
        </p:nvSpPr>
        <p:spPr>
          <a:xfrm>
            <a:off x="12232954" y="5500310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8" name="Retângulo 157">
            <a:extLst>
              <a:ext uri="{FF2B5EF4-FFF2-40B4-BE49-F238E27FC236}">
                <a16:creationId xmlns:a16="http://schemas.microsoft.com/office/drawing/2014/main" id="{27D68471-E1B7-C7D7-AC73-266786828AC7}"/>
              </a:ext>
            </a:extLst>
          </p:cNvPr>
          <p:cNvSpPr/>
          <p:nvPr/>
        </p:nvSpPr>
        <p:spPr>
          <a:xfrm>
            <a:off x="12236329" y="9203230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F1618A34-523E-E1D9-B665-603C497A94A2}"/>
              </a:ext>
            </a:extLst>
          </p:cNvPr>
          <p:cNvSpPr/>
          <p:nvPr/>
        </p:nvSpPr>
        <p:spPr>
          <a:xfrm>
            <a:off x="8527838" y="5502581"/>
            <a:ext cx="3342542" cy="3342542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0" name="Retângulo 169">
            <a:extLst>
              <a:ext uri="{FF2B5EF4-FFF2-40B4-BE49-F238E27FC236}">
                <a16:creationId xmlns:a16="http://schemas.microsoft.com/office/drawing/2014/main" id="{CC110E69-83CC-06E7-5197-0E67935DF80D}"/>
              </a:ext>
            </a:extLst>
          </p:cNvPr>
          <p:cNvSpPr/>
          <p:nvPr/>
        </p:nvSpPr>
        <p:spPr>
          <a:xfrm>
            <a:off x="16507552" y="5493965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6" name="Retângulo 175">
            <a:extLst>
              <a:ext uri="{FF2B5EF4-FFF2-40B4-BE49-F238E27FC236}">
                <a16:creationId xmlns:a16="http://schemas.microsoft.com/office/drawing/2014/main" id="{C49E23AD-8ED6-05C1-8CC8-4695C88A945E}"/>
              </a:ext>
            </a:extLst>
          </p:cNvPr>
          <p:cNvSpPr/>
          <p:nvPr/>
        </p:nvSpPr>
        <p:spPr>
          <a:xfrm>
            <a:off x="16505850" y="1781640"/>
            <a:ext cx="3342542" cy="3342541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6" name="Retângulo 185">
            <a:extLst>
              <a:ext uri="{FF2B5EF4-FFF2-40B4-BE49-F238E27FC236}">
                <a16:creationId xmlns:a16="http://schemas.microsoft.com/office/drawing/2014/main" id="{02123318-CFEF-0FC0-FB31-18F4228E96ED}"/>
              </a:ext>
            </a:extLst>
          </p:cNvPr>
          <p:cNvSpPr/>
          <p:nvPr/>
        </p:nvSpPr>
        <p:spPr>
          <a:xfrm>
            <a:off x="20214506" y="5493965"/>
            <a:ext cx="3342542" cy="3342542"/>
          </a:xfrm>
          <a:prstGeom prst="rect">
            <a:avLst/>
          </a:prstGeom>
          <a:solidFill>
            <a:srgbClr val="66FFCC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7E1F13DA-3EB8-37F8-D3C5-9ACAED2378CE}"/>
              </a:ext>
            </a:extLst>
          </p:cNvPr>
          <p:cNvSpPr/>
          <p:nvPr/>
        </p:nvSpPr>
        <p:spPr>
          <a:xfrm>
            <a:off x="8526404" y="1793606"/>
            <a:ext cx="3342542" cy="3344400"/>
          </a:xfrm>
          <a:prstGeom prst="rect">
            <a:avLst/>
          </a:prstGeom>
          <a:solidFill>
            <a:srgbClr val="33CC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5870968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679668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521133" y="4137199"/>
            <a:ext cx="540861" cy="3311918"/>
          </a:xfrm>
          <a:prstGeom prst="leftBracket">
            <a:avLst>
              <a:gd name="adj" fmla="val 149215"/>
            </a:avLst>
          </a:pr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04979" y="6075551"/>
            <a:ext cx="3536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03725476-2391-C920-689F-42B4FB43DA27}"/>
              </a:ext>
            </a:extLst>
          </p:cNvPr>
          <p:cNvSpPr txBox="1"/>
          <p:nvPr/>
        </p:nvSpPr>
        <p:spPr>
          <a:xfrm>
            <a:off x="10650533" y="879607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τ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36996447-5B6B-547B-CE4C-276437D68A4F}"/>
              </a:ext>
            </a:extLst>
          </p:cNvPr>
          <p:cNvSpPr txBox="1"/>
          <p:nvPr/>
        </p:nvSpPr>
        <p:spPr>
          <a:xfrm>
            <a:off x="8523223" y="1186352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B6272A04-A75F-7578-FF3D-58528442AB63}"/>
              </a:ext>
            </a:extLst>
          </p:cNvPr>
          <p:cNvSpPr txBox="1"/>
          <p:nvPr/>
        </p:nvSpPr>
        <p:spPr>
          <a:xfrm>
            <a:off x="8668673" y="94765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D81ABFCA-8DEB-01C4-4DE9-E0256BAF36F6}"/>
              </a:ext>
            </a:extLst>
          </p:cNvPr>
          <p:cNvSpPr txBox="1"/>
          <p:nvPr/>
        </p:nvSpPr>
        <p:spPr>
          <a:xfrm>
            <a:off x="14138590" y="1332450"/>
            <a:ext cx="995651" cy="2380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48" name="CaixaDeTexto 147">
            <a:extLst>
              <a:ext uri="{FF2B5EF4-FFF2-40B4-BE49-F238E27FC236}">
                <a16:creationId xmlns:a16="http://schemas.microsoft.com/office/drawing/2014/main" id="{DA7E1C1A-2BC7-BC8E-384C-C59FCB59C686}"/>
              </a:ext>
            </a:extLst>
          </p:cNvPr>
          <p:cNvSpPr txBox="1"/>
          <p:nvPr/>
        </p:nvSpPr>
        <p:spPr>
          <a:xfrm>
            <a:off x="12234101" y="4456800"/>
            <a:ext cx="3342542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49" name="CaixaDeTexto 148">
            <a:extLst>
              <a:ext uri="{FF2B5EF4-FFF2-40B4-BE49-F238E27FC236}">
                <a16:creationId xmlns:a16="http://schemas.microsoft.com/office/drawing/2014/main" id="{10BC0196-7745-1E2E-AA8E-CACCEC957828}"/>
              </a:ext>
            </a:extLst>
          </p:cNvPr>
          <p:cNvSpPr txBox="1"/>
          <p:nvPr/>
        </p:nvSpPr>
        <p:spPr>
          <a:xfrm>
            <a:off x="14885316" y="2681129"/>
            <a:ext cx="995651" cy="100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150" name="CaixaDeTexto 149">
            <a:extLst>
              <a:ext uri="{FF2B5EF4-FFF2-40B4-BE49-F238E27FC236}">
                <a16:creationId xmlns:a16="http://schemas.microsoft.com/office/drawing/2014/main" id="{27EC3209-4D3F-C1B7-230D-05818DFAE7D1}"/>
              </a:ext>
            </a:extLst>
          </p:cNvPr>
          <p:cNvSpPr txBox="1"/>
          <p:nvPr/>
        </p:nvSpPr>
        <p:spPr>
          <a:xfrm>
            <a:off x="12406538" y="2031317"/>
            <a:ext cx="1158206" cy="54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1CD85DBA-9C51-C3E6-59BA-13D78AF1A23F}"/>
              </a:ext>
            </a:extLst>
          </p:cNvPr>
          <p:cNvSpPr txBox="1"/>
          <p:nvPr/>
        </p:nvSpPr>
        <p:spPr>
          <a:xfrm>
            <a:off x="12232954" y="817012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r>
              <a:rPr lang="pt-PT" sz="3200" dirty="0">
                <a:latin typeface="Aptos Display" panose="020B0004020202020204" pitchFamily="34" charset="0"/>
              </a:rPr>
              <a:t> Neutrino</a:t>
            </a:r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3656A65F-84B6-FB22-6659-4ABBFB0882F5}"/>
              </a:ext>
            </a:extLst>
          </p:cNvPr>
          <p:cNvSpPr txBox="1"/>
          <p:nvPr/>
        </p:nvSpPr>
        <p:spPr>
          <a:xfrm>
            <a:off x="14137443" y="504172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7F7257C0-D370-28E4-A746-DFB439406B82}"/>
              </a:ext>
            </a:extLst>
          </p:cNvPr>
          <p:cNvSpPr txBox="1"/>
          <p:nvPr/>
        </p:nvSpPr>
        <p:spPr>
          <a:xfrm>
            <a:off x="14884169" y="648178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400" i="1" dirty="0">
                <a:latin typeface="Aptos ExtraBold" panose="020F0502020204030204" pitchFamily="34" charset="0"/>
                <a:cs typeface="Arial" panose="020B0604020202020204" pitchFamily="34" charset="0"/>
              </a:rPr>
              <a:t>μ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DD28FD21-B8AB-E34A-9F60-359ADD9079F0}"/>
              </a:ext>
            </a:extLst>
          </p:cNvPr>
          <p:cNvSpPr txBox="1"/>
          <p:nvPr/>
        </p:nvSpPr>
        <p:spPr>
          <a:xfrm>
            <a:off x="12402668" y="5795291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59" name="CaixaDeTexto 158">
            <a:extLst>
              <a:ext uri="{FF2B5EF4-FFF2-40B4-BE49-F238E27FC236}">
                <a16:creationId xmlns:a16="http://schemas.microsoft.com/office/drawing/2014/main" id="{CC926C4E-63F2-B808-1B77-6DFB1024FE2D}"/>
              </a:ext>
            </a:extLst>
          </p:cNvPr>
          <p:cNvSpPr txBox="1"/>
          <p:nvPr/>
        </p:nvSpPr>
        <p:spPr>
          <a:xfrm>
            <a:off x="12236329" y="11873043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Tau Neutrino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EEAB6430-758B-6300-7965-C1CC6F6EC75F}"/>
              </a:ext>
            </a:extLst>
          </p:cNvPr>
          <p:cNvSpPr txBox="1"/>
          <p:nvPr/>
        </p:nvSpPr>
        <p:spPr>
          <a:xfrm>
            <a:off x="14140818" y="874464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b="1" i="1" dirty="0">
                <a:latin typeface="Aptos Serif" panose="020B0502040204020203" pitchFamily="18" charset="0"/>
                <a:cs typeface="Aptos Serif" panose="020B0502040204020203" pitchFamily="18" charset="0"/>
              </a:rPr>
              <a:t>ν</a:t>
            </a:r>
            <a:endParaRPr lang="pt-PT" sz="15920" b="1" i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EFDCF4AC-FB1D-BEE7-BEA6-AE6C12201B82}"/>
              </a:ext>
            </a:extLst>
          </p:cNvPr>
          <p:cNvSpPr txBox="1"/>
          <p:nvPr/>
        </p:nvSpPr>
        <p:spPr>
          <a:xfrm>
            <a:off x="14887544" y="10184706"/>
            <a:ext cx="9956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6400" i="1" dirty="0">
                <a:latin typeface="Aptos ExtraBold" panose="020F0502020204030204" pitchFamily="34" charset="0"/>
              </a:rPr>
              <a:t>τ</a:t>
            </a:r>
            <a:endParaRPr lang="pt-PT" sz="6400" i="1" dirty="0">
              <a:latin typeface="Aptos ExtraBold" panose="020F0502020204030204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44514BC-9655-BC9E-856C-299A5A68335B}"/>
              </a:ext>
            </a:extLst>
          </p:cNvPr>
          <p:cNvSpPr txBox="1"/>
          <p:nvPr/>
        </p:nvSpPr>
        <p:spPr>
          <a:xfrm>
            <a:off x="12412258" y="9497235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EC0571D5-047A-9355-B8E4-C92D55C87FCE}"/>
              </a:ext>
            </a:extLst>
          </p:cNvPr>
          <p:cNvSpPr txBox="1"/>
          <p:nvPr/>
        </p:nvSpPr>
        <p:spPr>
          <a:xfrm>
            <a:off x="10402345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μ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04577866-3C26-8CE6-DA2F-EDD642DFB032}"/>
              </a:ext>
            </a:extLst>
          </p:cNvPr>
          <p:cNvSpPr txBox="1"/>
          <p:nvPr/>
        </p:nvSpPr>
        <p:spPr>
          <a:xfrm>
            <a:off x="8530561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Muon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67" name="CaixaDeTexto 166">
            <a:extLst>
              <a:ext uri="{FF2B5EF4-FFF2-40B4-BE49-F238E27FC236}">
                <a16:creationId xmlns:a16="http://schemas.microsoft.com/office/drawing/2014/main" id="{FEDB302F-98F5-147A-6971-93D1852490AF}"/>
              </a:ext>
            </a:extLst>
          </p:cNvPr>
          <p:cNvSpPr txBox="1"/>
          <p:nvPr/>
        </p:nvSpPr>
        <p:spPr>
          <a:xfrm>
            <a:off x="8669796" y="5779076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73" name="CaixaDeTexto 172">
            <a:extLst>
              <a:ext uri="{FF2B5EF4-FFF2-40B4-BE49-F238E27FC236}">
                <a16:creationId xmlns:a16="http://schemas.microsoft.com/office/drawing/2014/main" id="{C8D8C629-6AFD-D469-2DAD-55496991EEF2}"/>
              </a:ext>
            </a:extLst>
          </p:cNvPr>
          <p:cNvSpPr txBox="1"/>
          <p:nvPr/>
        </p:nvSpPr>
        <p:spPr>
          <a:xfrm>
            <a:off x="1647692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Z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4" name="CaixaDeTexto 173">
            <a:extLst>
              <a:ext uri="{FF2B5EF4-FFF2-40B4-BE49-F238E27FC236}">
                <a16:creationId xmlns:a16="http://schemas.microsoft.com/office/drawing/2014/main" id="{330A7384-6DCB-CCC9-122A-06925F8EC16F}"/>
              </a:ext>
            </a:extLst>
          </p:cNvPr>
          <p:cNvSpPr txBox="1"/>
          <p:nvPr/>
        </p:nvSpPr>
        <p:spPr>
          <a:xfrm>
            <a:off x="16670500" y="5782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A9F5D98A-D08D-7539-D41D-C47C24752B64}"/>
              </a:ext>
            </a:extLst>
          </p:cNvPr>
          <p:cNvSpPr txBox="1"/>
          <p:nvPr/>
        </p:nvSpPr>
        <p:spPr>
          <a:xfrm>
            <a:off x="1842568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5920" i="1" dirty="0">
                <a:latin typeface="Aptos ExtraBold" panose="020F0502020204030204" pitchFamily="34" charset="0"/>
              </a:rPr>
              <a:t>γ</a:t>
            </a:r>
            <a:endParaRPr lang="pt-PT" sz="15920" i="1" dirty="0">
              <a:latin typeface="Aptos ExtraBold" panose="020F0502020204030204" pitchFamily="34" charset="0"/>
            </a:endParaRP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2107DB64-2E85-DA63-4B6A-3E7A59427DDE}"/>
              </a:ext>
            </a:extLst>
          </p:cNvPr>
          <p:cNvSpPr txBox="1"/>
          <p:nvPr/>
        </p:nvSpPr>
        <p:spPr>
          <a:xfrm>
            <a:off x="1650595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Photon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8E4BD172-1AD4-E6BB-3FE3-7C702DDA8506}"/>
              </a:ext>
            </a:extLst>
          </p:cNvPr>
          <p:cNvSpPr txBox="1"/>
          <p:nvPr/>
        </p:nvSpPr>
        <p:spPr>
          <a:xfrm>
            <a:off x="16684778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id="{5EC9A88D-B95A-3D2E-CA0B-4E2923178EA0}"/>
              </a:ext>
            </a:extLst>
          </p:cNvPr>
          <p:cNvSpPr txBox="1"/>
          <p:nvPr/>
        </p:nvSpPr>
        <p:spPr>
          <a:xfrm>
            <a:off x="20214632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W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/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sz="256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pt-PT" sz="3200" dirty="0">
                    <a:latin typeface="Aptos" panose="020B0004020202020204" pitchFamily="34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90" name="CaixaDeTexto 189">
                <a:extLst>
                  <a:ext uri="{FF2B5EF4-FFF2-40B4-BE49-F238E27FC236}">
                    <a16:creationId xmlns:a16="http://schemas.microsoft.com/office/drawing/2014/main" id="{37EB05C6-35D9-894C-7ACD-795782A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4349" y="5771727"/>
                <a:ext cx="1158206" cy="584775"/>
              </a:xfrm>
              <a:prstGeom prst="rect">
                <a:avLst/>
              </a:prstGeom>
              <a:blipFill>
                <a:blip r:embed="rId6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7DDA4541-E3AC-B5EF-C0BB-FBAD93C119F2}"/>
              </a:ext>
            </a:extLst>
          </p:cNvPr>
          <p:cNvSpPr txBox="1"/>
          <p:nvPr/>
        </p:nvSpPr>
        <p:spPr>
          <a:xfrm>
            <a:off x="24104980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Higgs</a:t>
            </a:r>
            <a:r>
              <a:rPr lang="pt-PT" sz="3200" dirty="0">
                <a:latin typeface="Aptos Display" panose="020B0004020202020204" pitchFamily="34" charset="0"/>
              </a:rPr>
              <a:t> </a:t>
            </a:r>
            <a:r>
              <a:rPr lang="pt-PT" sz="3200" dirty="0" err="1">
                <a:latin typeface="Aptos Display" panose="020B0004020202020204" pitchFamily="34" charset="0"/>
              </a:rPr>
              <a:t>Boson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3AD6E070-06D5-DFBB-5408-0FD9C10A9B06}"/>
              </a:ext>
            </a:extLst>
          </p:cNvPr>
          <p:cNvSpPr txBox="1"/>
          <p:nvPr/>
        </p:nvSpPr>
        <p:spPr>
          <a:xfrm>
            <a:off x="24298553" y="2074864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2C739B48-208A-8A12-B6B9-B15DA213D6C3}"/>
              </a:ext>
            </a:extLst>
          </p:cNvPr>
          <p:cNvSpPr txBox="1"/>
          <p:nvPr/>
        </p:nvSpPr>
        <p:spPr>
          <a:xfrm>
            <a:off x="10446133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e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A06CC58-2195-72A9-BEFF-7AAA552D765B}"/>
              </a:ext>
            </a:extLst>
          </p:cNvPr>
          <p:cNvSpPr txBox="1"/>
          <p:nvPr/>
        </p:nvSpPr>
        <p:spPr>
          <a:xfrm>
            <a:off x="8526404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Electron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79AEB902-61D8-4E2F-8AF4-1487724D3239}"/>
              </a:ext>
            </a:extLst>
          </p:cNvPr>
          <p:cNvSpPr txBox="1"/>
          <p:nvPr/>
        </p:nvSpPr>
        <p:spPr>
          <a:xfrm>
            <a:off x="8668362" y="206372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- 1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15624A46-9370-48D3-3627-7E02E76AB0E6}"/>
              </a:ext>
            </a:extLst>
          </p:cNvPr>
          <p:cNvSpPr/>
          <p:nvPr/>
        </p:nvSpPr>
        <p:spPr>
          <a:xfrm>
            <a:off x="9876263" y="10553361"/>
            <a:ext cx="636461" cy="636461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17500" h="317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EBEAFD5-F943-4F9C-5248-1C956204D704}"/>
              </a:ext>
            </a:extLst>
          </p:cNvPr>
          <p:cNvSpPr/>
          <p:nvPr/>
        </p:nvSpPr>
        <p:spPr>
          <a:xfrm>
            <a:off x="10067552" y="7040922"/>
            <a:ext cx="247673" cy="247673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4300" h="114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51054F0-71AE-6545-91DD-B99CC40AA1C2}"/>
              </a:ext>
            </a:extLst>
          </p:cNvPr>
          <p:cNvSpPr/>
          <p:nvPr/>
        </p:nvSpPr>
        <p:spPr>
          <a:xfrm>
            <a:off x="16963113" y="5858510"/>
            <a:ext cx="2370170" cy="2370170"/>
          </a:xfrm>
          <a:prstGeom prst="ellipse">
            <a:avLst/>
          </a:prstGeom>
          <a:solidFill>
            <a:srgbClr val="FF6699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193800" h="1193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BC62BBF-0F45-1EF8-546E-9DEDA40AE19C}"/>
              </a:ext>
            </a:extLst>
          </p:cNvPr>
          <p:cNvSpPr/>
          <p:nvPr/>
        </p:nvSpPr>
        <p:spPr>
          <a:xfrm>
            <a:off x="20797420" y="5909784"/>
            <a:ext cx="2272253" cy="2272253"/>
          </a:xfrm>
          <a:prstGeom prst="ellipse">
            <a:avLst/>
          </a:prstGeom>
          <a:solidFill>
            <a:srgbClr val="FF6699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98550" h="10985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4BC62B8-14C6-3E07-571A-B9B6049E2FAC}"/>
              </a:ext>
            </a:extLst>
          </p:cNvPr>
          <p:cNvSpPr/>
          <p:nvPr/>
        </p:nvSpPr>
        <p:spPr>
          <a:xfrm>
            <a:off x="10115762" y="3465116"/>
            <a:ext cx="43199" cy="43199"/>
          </a:xfrm>
          <a:prstGeom prst="ellipse">
            <a:avLst/>
          </a:prstGeom>
          <a:solidFill>
            <a:srgbClr val="FF99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2700" h="127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/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E4B577C6-3819-330C-0A65-3AD2CD3DFD22}"/>
              </a:ext>
            </a:extLst>
          </p:cNvPr>
          <p:cNvSpPr txBox="1"/>
          <p:nvPr/>
        </p:nvSpPr>
        <p:spPr>
          <a:xfrm>
            <a:off x="18305218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Z</a:t>
            </a:r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1872C7CC-6692-3142-CE51-8229E7466004}"/>
              </a:ext>
            </a:extLst>
          </p:cNvPr>
          <p:cNvSpPr txBox="1"/>
          <p:nvPr/>
        </p:nvSpPr>
        <p:spPr>
          <a:xfrm>
            <a:off x="21250467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W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7ECA0BFB-03F4-40AB-B701-6BE31D3104E1}"/>
              </a:ext>
            </a:extLst>
          </p:cNvPr>
          <p:cNvSpPr txBox="1"/>
          <p:nvPr/>
        </p:nvSpPr>
        <p:spPr>
          <a:xfrm>
            <a:off x="2572089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48041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F71657A-8BB3-9B03-CFD2-CE182CDE2612}"/>
              </a:ext>
            </a:extLst>
          </p:cNvPr>
          <p:cNvSpPr/>
          <p:nvPr/>
        </p:nvSpPr>
        <p:spPr>
          <a:xfrm>
            <a:off x="921852" y="9185763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6B6D6C-8AA0-451F-A7A8-B3B9444252A8}"/>
              </a:ext>
            </a:extLst>
          </p:cNvPr>
          <p:cNvSpPr/>
          <p:nvPr/>
        </p:nvSpPr>
        <p:spPr>
          <a:xfrm>
            <a:off x="1135205" y="9399117"/>
            <a:ext cx="2915834" cy="2915834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8223FC-721F-FAA4-B159-134BDB1B04F0}"/>
              </a:ext>
            </a:extLst>
          </p:cNvPr>
          <p:cNvSpPr txBox="1"/>
          <p:nvPr/>
        </p:nvSpPr>
        <p:spPr>
          <a:xfrm>
            <a:off x="3167146" y="8787891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946020-49C3-626D-1461-A7DC24527F5C}"/>
              </a:ext>
            </a:extLst>
          </p:cNvPr>
          <p:cNvSpPr txBox="1"/>
          <p:nvPr/>
        </p:nvSpPr>
        <p:spPr>
          <a:xfrm>
            <a:off x="921852" y="11855336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760D358-111C-74D7-D7E2-61ECDE64E074}"/>
                  </a:ext>
                </a:extLst>
              </p:cNvPr>
              <p:cNvSpPr txBox="1"/>
              <p:nvPr/>
            </p:nvSpPr>
            <p:spPr>
              <a:xfrm>
                <a:off x="769456" y="924663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760D358-111C-74D7-D7E2-61ECDE64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56" y="9246630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tângulo 9">
            <a:extLst>
              <a:ext uri="{FF2B5EF4-FFF2-40B4-BE49-F238E27FC236}">
                <a16:creationId xmlns:a16="http://schemas.microsoft.com/office/drawing/2014/main" id="{CA5DFDCF-FA25-C017-3C5D-1AC72D0871C8}"/>
              </a:ext>
            </a:extLst>
          </p:cNvPr>
          <p:cNvSpPr/>
          <p:nvPr/>
        </p:nvSpPr>
        <p:spPr>
          <a:xfrm>
            <a:off x="853642" y="5528835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3612C-56C4-1224-D69F-C025BE218460}"/>
              </a:ext>
            </a:extLst>
          </p:cNvPr>
          <p:cNvSpPr/>
          <p:nvPr/>
        </p:nvSpPr>
        <p:spPr>
          <a:xfrm>
            <a:off x="2274723" y="6882670"/>
            <a:ext cx="570223" cy="57022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7FE6EEC-0C2A-DD88-074C-E4FD057E6064}"/>
              </a:ext>
            </a:extLst>
          </p:cNvPr>
          <p:cNvSpPr txBox="1"/>
          <p:nvPr/>
        </p:nvSpPr>
        <p:spPr>
          <a:xfrm>
            <a:off x="2854736" y="5098639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4F0E48F-86BC-4E9D-9BC5-8CA7163A2998}"/>
              </a:ext>
            </a:extLst>
          </p:cNvPr>
          <p:cNvSpPr txBox="1"/>
          <p:nvPr/>
        </p:nvSpPr>
        <p:spPr>
          <a:xfrm>
            <a:off x="888564" y="8166084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73B8367-3F17-DF4F-7070-B78732210CBB}"/>
                  </a:ext>
                </a:extLst>
              </p:cNvPr>
              <p:cNvSpPr txBox="1"/>
              <p:nvPr/>
            </p:nvSpPr>
            <p:spPr>
              <a:xfrm>
                <a:off x="736093" y="553525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73B8367-3F17-DF4F-7070-B78732210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93" y="5535259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ângulo 14">
            <a:extLst>
              <a:ext uri="{FF2B5EF4-FFF2-40B4-BE49-F238E27FC236}">
                <a16:creationId xmlns:a16="http://schemas.microsoft.com/office/drawing/2014/main" id="{616D7219-A1B7-B9EA-DE9F-5EF3C1004313}"/>
              </a:ext>
            </a:extLst>
          </p:cNvPr>
          <p:cNvSpPr/>
          <p:nvPr/>
        </p:nvSpPr>
        <p:spPr>
          <a:xfrm>
            <a:off x="887839" y="1789197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02F7E3E-7916-A412-4F21-317AC9A9108E}"/>
              </a:ext>
            </a:extLst>
          </p:cNvPr>
          <p:cNvSpPr/>
          <p:nvPr/>
        </p:nvSpPr>
        <p:spPr>
          <a:xfrm>
            <a:off x="2524913" y="3425909"/>
            <a:ext cx="69118" cy="69118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EFC11CE-745E-8A79-31B2-7AAAAB9A4357}"/>
              </a:ext>
            </a:extLst>
          </p:cNvPr>
          <p:cNvSpPr txBox="1"/>
          <p:nvPr/>
        </p:nvSpPr>
        <p:spPr>
          <a:xfrm>
            <a:off x="2807930" y="139132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C2CC5D8-F580-F951-F7CC-15CEA0BF8C04}"/>
              </a:ext>
            </a:extLst>
          </p:cNvPr>
          <p:cNvSpPr txBox="1"/>
          <p:nvPr/>
        </p:nvSpPr>
        <p:spPr>
          <a:xfrm>
            <a:off x="888202" y="445877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251DE16-AF9F-97FA-2B66-1EC9806118BB}"/>
                  </a:ext>
                </a:extLst>
              </p:cNvPr>
              <p:cNvSpPr txBox="1"/>
              <p:nvPr/>
            </p:nvSpPr>
            <p:spPr>
              <a:xfrm>
                <a:off x="735806" y="1850064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251DE16-AF9F-97FA-2B66-1EC980611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064"/>
                <a:ext cx="1158206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tângulo 19">
            <a:extLst>
              <a:ext uri="{FF2B5EF4-FFF2-40B4-BE49-F238E27FC236}">
                <a16:creationId xmlns:a16="http://schemas.microsoft.com/office/drawing/2014/main" id="{8CDA2F25-CB22-613F-A518-6C2FFB62D1E8}"/>
              </a:ext>
            </a:extLst>
          </p:cNvPr>
          <p:cNvSpPr/>
          <p:nvPr/>
        </p:nvSpPr>
        <p:spPr>
          <a:xfrm>
            <a:off x="4607574" y="9186227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8DBC9E-AFC4-5C69-A8CD-36398C34FD1B}"/>
              </a:ext>
            </a:extLst>
          </p:cNvPr>
          <p:cNvSpPr/>
          <p:nvPr/>
        </p:nvSpPr>
        <p:spPr>
          <a:xfrm>
            <a:off x="5854057" y="10309562"/>
            <a:ext cx="849575" cy="849575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453ABBC-DA1D-C0E0-27D7-2B715C47B562}"/>
              </a:ext>
            </a:extLst>
          </p:cNvPr>
          <p:cNvSpPr txBox="1"/>
          <p:nvPr/>
        </p:nvSpPr>
        <p:spPr>
          <a:xfrm>
            <a:off x="6548077" y="8788354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4E8D48-6F21-6087-3584-43CB3D5A0CCD}"/>
              </a:ext>
            </a:extLst>
          </p:cNvPr>
          <p:cNvSpPr txBox="1"/>
          <p:nvPr/>
        </p:nvSpPr>
        <p:spPr>
          <a:xfrm>
            <a:off x="4607574" y="11855799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A547A52-3E45-3841-0FC1-7CF68EEAF7D4}"/>
                  </a:ext>
                </a:extLst>
              </p:cNvPr>
              <p:cNvSpPr txBox="1"/>
              <p:nvPr/>
            </p:nvSpPr>
            <p:spPr>
              <a:xfrm>
                <a:off x="4455178" y="9247094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A547A52-3E45-3841-0FC1-7CF68EEA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78" y="9247094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tângulo 24">
            <a:extLst>
              <a:ext uri="{FF2B5EF4-FFF2-40B4-BE49-F238E27FC236}">
                <a16:creationId xmlns:a16="http://schemas.microsoft.com/office/drawing/2014/main" id="{316EADDC-92BD-2E6C-3870-2D5790F47BCC}"/>
              </a:ext>
            </a:extLst>
          </p:cNvPr>
          <p:cNvSpPr/>
          <p:nvPr/>
        </p:nvSpPr>
        <p:spPr>
          <a:xfrm>
            <a:off x="4599167" y="5496511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F67719-C5A3-80C8-9466-9BBE05E122A8}"/>
              </a:ext>
            </a:extLst>
          </p:cNvPr>
          <p:cNvSpPr/>
          <p:nvPr/>
        </p:nvSpPr>
        <p:spPr>
          <a:xfrm>
            <a:off x="6150921" y="7048265"/>
            <a:ext cx="239033" cy="23903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BCCA16-38FB-A198-6AA5-79C92B19655A}"/>
              </a:ext>
            </a:extLst>
          </p:cNvPr>
          <p:cNvSpPr txBox="1"/>
          <p:nvPr/>
        </p:nvSpPr>
        <p:spPr>
          <a:xfrm>
            <a:off x="6565339" y="5098639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043B1E2-1015-49FF-2C3B-68C06DBC98BF}"/>
              </a:ext>
            </a:extLst>
          </p:cNvPr>
          <p:cNvSpPr txBox="1"/>
          <p:nvPr/>
        </p:nvSpPr>
        <p:spPr>
          <a:xfrm>
            <a:off x="4599167" y="8166084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5FB2F20-107C-F3D8-4C20-BF0684B77408}"/>
                  </a:ext>
                </a:extLst>
              </p:cNvPr>
              <p:cNvSpPr txBox="1"/>
              <p:nvPr/>
            </p:nvSpPr>
            <p:spPr>
              <a:xfrm>
                <a:off x="4446771" y="5557378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35FB2F20-107C-F3D8-4C20-BF0684B7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7378"/>
                <a:ext cx="1158206" cy="1003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tângulo 29">
            <a:extLst>
              <a:ext uri="{FF2B5EF4-FFF2-40B4-BE49-F238E27FC236}">
                <a16:creationId xmlns:a16="http://schemas.microsoft.com/office/drawing/2014/main" id="{BA6F2B93-D197-32AC-D3C7-AE6BABEA45CA}"/>
              </a:ext>
            </a:extLst>
          </p:cNvPr>
          <p:cNvSpPr/>
          <p:nvPr/>
        </p:nvSpPr>
        <p:spPr>
          <a:xfrm>
            <a:off x="4590760" y="1807259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DD0F73D-7C49-5C3E-8FE6-60FE37831D6E}"/>
              </a:ext>
            </a:extLst>
          </p:cNvPr>
          <p:cNvSpPr/>
          <p:nvPr/>
        </p:nvSpPr>
        <p:spPr>
          <a:xfrm>
            <a:off x="6221157" y="3433891"/>
            <a:ext cx="89277" cy="89277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2952CAE-58F7-E79C-7FFA-5F59EFB949E9}"/>
              </a:ext>
            </a:extLst>
          </p:cNvPr>
          <p:cNvSpPr txBox="1"/>
          <p:nvPr/>
        </p:nvSpPr>
        <p:spPr>
          <a:xfrm>
            <a:off x="6419051" y="1409387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C6C3245-B9B7-2F56-2A18-09D3A61ADBFA}"/>
              </a:ext>
            </a:extLst>
          </p:cNvPr>
          <p:cNvSpPr txBox="1"/>
          <p:nvPr/>
        </p:nvSpPr>
        <p:spPr>
          <a:xfrm>
            <a:off x="4590760" y="4476832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3B0DE96C-3C74-9143-0B55-CC13584E5403}"/>
                  </a:ext>
                </a:extLst>
              </p:cNvPr>
              <p:cNvSpPr txBox="1"/>
              <p:nvPr/>
            </p:nvSpPr>
            <p:spPr>
              <a:xfrm>
                <a:off x="4438364" y="1868126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3B0DE96C-3C74-9143-0B55-CC13584E5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364" y="1868126"/>
                <a:ext cx="1158206" cy="10037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Agrupar 34">
            <a:extLst>
              <a:ext uri="{FF2B5EF4-FFF2-40B4-BE49-F238E27FC236}">
                <a16:creationId xmlns:a16="http://schemas.microsoft.com/office/drawing/2014/main" id="{88F0B800-2B7F-2AC3-D529-9CEB417573EC}"/>
              </a:ext>
            </a:extLst>
          </p:cNvPr>
          <p:cNvGrpSpPr/>
          <p:nvPr/>
        </p:nvGrpSpPr>
        <p:grpSpPr>
          <a:xfrm>
            <a:off x="8554973" y="8799414"/>
            <a:ext cx="3346034" cy="3746787"/>
            <a:chOff x="12766107" y="19287360"/>
            <a:chExt cx="4182665" cy="4683622"/>
          </a:xfrm>
        </p:grpSpPr>
        <p:sp>
          <p:nvSpPr>
            <p:cNvPr id="106" name="Retângulo 105">
              <a:extLst>
                <a:ext uri="{FF2B5EF4-FFF2-40B4-BE49-F238E27FC236}">
                  <a16:creationId xmlns:a16="http://schemas.microsoft.com/office/drawing/2014/main" id="{CBD85DE6-5D2E-873B-2E88-5D139B472BF2}"/>
                </a:ext>
              </a:extLst>
            </p:cNvPr>
            <p:cNvSpPr/>
            <p:nvPr/>
          </p:nvSpPr>
          <p:spPr>
            <a:xfrm>
              <a:off x="12770472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00160AB-7CF1-F34C-BA56-D7F9ECFA719A}"/>
                </a:ext>
              </a:extLst>
            </p:cNvPr>
            <p:cNvSpPr/>
            <p:nvPr/>
          </p:nvSpPr>
          <p:spPr>
            <a:xfrm>
              <a:off x="14457457" y="21484032"/>
              <a:ext cx="795600" cy="795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81C9196C-FF29-2CFF-2BB1-59D973C5F3BD}"/>
                </a:ext>
              </a:extLst>
            </p:cNvPr>
            <p:cNvSpPr txBox="1"/>
            <p:nvPr/>
          </p:nvSpPr>
          <p:spPr>
            <a:xfrm>
              <a:off x="15425322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52F04B7A-F035-432D-BE6A-DFC18E06240F}"/>
                </a:ext>
              </a:extLst>
            </p:cNvPr>
            <p:cNvSpPr txBox="1"/>
            <p:nvPr/>
          </p:nvSpPr>
          <p:spPr>
            <a:xfrm>
              <a:off x="12766107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id="{3F0804D2-EE7B-0396-E695-196EB15B9AB4}"/>
                </a:ext>
              </a:extLst>
            </p:cNvPr>
            <p:cNvSpPr txBox="1"/>
            <p:nvPr/>
          </p:nvSpPr>
          <p:spPr>
            <a:xfrm>
              <a:off x="12947925" y="20138011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197DAA9-35B2-223B-CC5E-595DEB111150}"/>
              </a:ext>
            </a:extLst>
          </p:cNvPr>
          <p:cNvGrpSpPr/>
          <p:nvPr/>
        </p:nvGrpSpPr>
        <p:grpSpPr>
          <a:xfrm>
            <a:off x="12226481" y="1361637"/>
            <a:ext cx="3646866" cy="3801372"/>
            <a:chOff x="3491764" y="23845439"/>
            <a:chExt cx="4558716" cy="4751855"/>
          </a:xfrm>
        </p:grpSpPr>
        <p:sp>
          <p:nvSpPr>
            <p:cNvPr id="101" name="Retângulo 100">
              <a:extLst>
                <a:ext uri="{FF2B5EF4-FFF2-40B4-BE49-F238E27FC236}">
                  <a16:creationId xmlns:a16="http://schemas.microsoft.com/office/drawing/2014/main" id="{AE0ECD13-5895-CED1-985F-B6CC17930C84}"/>
                </a:ext>
              </a:extLst>
            </p:cNvPr>
            <p:cNvSpPr/>
            <p:nvPr/>
          </p:nvSpPr>
          <p:spPr>
            <a:xfrm>
              <a:off x="3491764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id="{DEB2C417-6A9E-BEAE-0367-28F33967DA2B}"/>
                </a:ext>
              </a:extLst>
            </p:cNvPr>
            <p:cNvSpPr txBox="1"/>
            <p:nvPr/>
          </p:nvSpPr>
          <p:spPr>
            <a:xfrm>
              <a:off x="5872445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3A50DB5E-3D97-F1BF-EE51-C01A0D7EAF58}"/>
                </a:ext>
              </a:extLst>
            </p:cNvPr>
            <p:cNvSpPr txBox="1"/>
            <p:nvPr/>
          </p:nvSpPr>
          <p:spPr>
            <a:xfrm>
              <a:off x="3491764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id="{85127F44-9289-8934-C6DA-1260EB3F4E2E}"/>
                </a:ext>
              </a:extLst>
            </p:cNvPr>
            <p:cNvSpPr txBox="1"/>
            <p:nvPr/>
          </p:nvSpPr>
          <p:spPr>
            <a:xfrm>
              <a:off x="6805880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id="{DFE5FB2F-6438-9BAC-A3F9-222C64007A3E}"/>
                </a:ext>
              </a:extLst>
            </p:cNvPr>
            <p:cNvSpPr txBox="1"/>
            <p:nvPr/>
          </p:nvSpPr>
          <p:spPr>
            <a:xfrm>
              <a:off x="3707317" y="2477824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2BC1C1D-0039-44EA-CEDE-F8BCCDB01B73}"/>
              </a:ext>
            </a:extLst>
          </p:cNvPr>
          <p:cNvGrpSpPr/>
          <p:nvPr/>
        </p:nvGrpSpPr>
        <p:grpSpPr>
          <a:xfrm>
            <a:off x="12237717" y="5050743"/>
            <a:ext cx="3646866" cy="3801372"/>
            <a:chOff x="8130607" y="23845439"/>
            <a:chExt cx="4558716" cy="4751855"/>
          </a:xfrm>
        </p:grpSpPr>
        <p:sp>
          <p:nvSpPr>
            <p:cNvPr id="96" name="Retângulo 95">
              <a:extLst>
                <a:ext uri="{FF2B5EF4-FFF2-40B4-BE49-F238E27FC236}">
                  <a16:creationId xmlns:a16="http://schemas.microsoft.com/office/drawing/2014/main" id="{8EA3EFC3-B3F5-0AAF-F893-813DB08E6A49}"/>
                </a:ext>
              </a:extLst>
            </p:cNvPr>
            <p:cNvSpPr/>
            <p:nvPr/>
          </p:nvSpPr>
          <p:spPr>
            <a:xfrm>
              <a:off x="81306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id="{DC3BEF8B-1F7C-71DA-7F16-F4EF7360237B}"/>
                </a:ext>
              </a:extLst>
            </p:cNvPr>
            <p:cNvSpPr txBox="1"/>
            <p:nvPr/>
          </p:nvSpPr>
          <p:spPr>
            <a:xfrm>
              <a:off x="8130607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61C91445-71BF-5F4C-E721-C8242341EB47}"/>
                </a:ext>
              </a:extLst>
            </p:cNvPr>
            <p:cNvSpPr txBox="1"/>
            <p:nvPr/>
          </p:nvSpPr>
          <p:spPr>
            <a:xfrm>
              <a:off x="10511288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id="{4B49D364-FEEA-CED4-54C2-DF92AE5F67FB}"/>
                </a:ext>
              </a:extLst>
            </p:cNvPr>
            <p:cNvSpPr txBox="1"/>
            <p:nvPr/>
          </p:nvSpPr>
          <p:spPr>
            <a:xfrm>
              <a:off x="11444723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id="{59974295-EF3D-9012-7980-67F4A3AC15B9}"/>
                </a:ext>
              </a:extLst>
            </p:cNvPr>
            <p:cNvSpPr txBox="1"/>
            <p:nvPr/>
          </p:nvSpPr>
          <p:spPr>
            <a:xfrm>
              <a:off x="8342756" y="24787431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4FEBDBE-81A0-CBA4-71A5-8F55DAF96E32}"/>
              </a:ext>
            </a:extLst>
          </p:cNvPr>
          <p:cNvGrpSpPr/>
          <p:nvPr/>
        </p:nvGrpSpPr>
        <p:grpSpPr>
          <a:xfrm>
            <a:off x="12250618" y="8745196"/>
            <a:ext cx="3646866" cy="3801372"/>
            <a:chOff x="12766107" y="23845439"/>
            <a:chExt cx="4558716" cy="4751855"/>
          </a:xfrm>
        </p:grpSpPr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DA0C2DBF-9AAB-1612-1A6B-0222E888A897}"/>
                </a:ext>
              </a:extLst>
            </p:cNvPr>
            <p:cNvSpPr/>
            <p:nvPr/>
          </p:nvSpPr>
          <p:spPr>
            <a:xfrm>
              <a:off x="127661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id="{1E108E53-5098-4AD5-5DD9-8615332F9307}"/>
                </a:ext>
              </a:extLst>
            </p:cNvPr>
            <p:cNvSpPr txBox="1"/>
            <p:nvPr/>
          </p:nvSpPr>
          <p:spPr>
            <a:xfrm>
              <a:off x="12766107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6CBCB209-1415-37B6-3F36-B116C14B50D7}"/>
                </a:ext>
              </a:extLst>
            </p:cNvPr>
            <p:cNvSpPr txBox="1"/>
            <p:nvPr/>
          </p:nvSpPr>
          <p:spPr>
            <a:xfrm>
              <a:off x="15146788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90FECF35-803D-7C6B-AEB2-A6303AC129B7}"/>
                </a:ext>
              </a:extLst>
            </p:cNvPr>
            <p:cNvSpPr txBox="1"/>
            <p:nvPr/>
          </p:nvSpPr>
          <p:spPr>
            <a:xfrm>
              <a:off x="16080223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64CE5BAE-A063-42DE-44C4-C9FC8F8C4C36}"/>
                </a:ext>
              </a:extLst>
            </p:cNvPr>
            <p:cNvSpPr txBox="1"/>
            <p:nvPr/>
          </p:nvSpPr>
          <p:spPr>
            <a:xfrm>
              <a:off x="12986025" y="24786210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5531425D-F643-91ED-4D36-F92557DEFCAB}"/>
              </a:ext>
            </a:extLst>
          </p:cNvPr>
          <p:cNvGrpSpPr/>
          <p:nvPr/>
        </p:nvGrpSpPr>
        <p:grpSpPr>
          <a:xfrm>
            <a:off x="8527838" y="5105369"/>
            <a:ext cx="3345265" cy="3747763"/>
            <a:chOff x="8127203" y="19287360"/>
            <a:chExt cx="4181704" cy="4684841"/>
          </a:xfrm>
        </p:grpSpPr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9BF8CE6A-32A9-AFE1-AE33-B390D2162962}"/>
                </a:ext>
              </a:extLst>
            </p:cNvPr>
            <p:cNvSpPr/>
            <p:nvPr/>
          </p:nvSpPr>
          <p:spPr>
            <a:xfrm>
              <a:off x="8127203" y="19793901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899C1CC4-AACF-570E-AC67-D0B4815E50F3}"/>
                </a:ext>
              </a:extLst>
            </p:cNvPr>
            <p:cNvSpPr txBox="1"/>
            <p:nvPr/>
          </p:nvSpPr>
          <p:spPr>
            <a:xfrm>
              <a:off x="10470406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id="{FE36BD54-C224-BA09-4498-FCC08C394021}"/>
                </a:ext>
              </a:extLst>
            </p:cNvPr>
            <p:cNvSpPr txBox="1"/>
            <p:nvPr/>
          </p:nvSpPr>
          <p:spPr>
            <a:xfrm>
              <a:off x="8130607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F6741768-4808-27C4-AB08-8547E0A95AA5}"/>
                </a:ext>
              </a:extLst>
            </p:cNvPr>
            <p:cNvSpPr txBox="1"/>
            <p:nvPr/>
          </p:nvSpPr>
          <p:spPr>
            <a:xfrm>
              <a:off x="8304656" y="20139230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E02E241-594B-F987-7584-25CCDBF065BF}"/>
                </a:ext>
              </a:extLst>
            </p:cNvPr>
            <p:cNvSpPr/>
            <p:nvPr/>
          </p:nvSpPr>
          <p:spPr>
            <a:xfrm>
              <a:off x="10051902" y="21716584"/>
              <a:ext cx="309600" cy="309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EC9DD8EA-EB37-FCE0-1FA9-3A2B2ECCDC6E}"/>
              </a:ext>
            </a:extLst>
          </p:cNvPr>
          <p:cNvGrpSpPr/>
          <p:nvPr/>
        </p:nvGrpSpPr>
        <p:grpSpPr>
          <a:xfrm>
            <a:off x="16505955" y="5112210"/>
            <a:ext cx="3373167" cy="3740414"/>
            <a:chOff x="20566550" y="11863159"/>
            <a:chExt cx="4216583" cy="4675655"/>
          </a:xfrm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2BB7CD04-0AA6-090D-0270-3ED1E4DC1EAD}"/>
                </a:ext>
              </a:extLst>
            </p:cNvPr>
            <p:cNvSpPr/>
            <p:nvPr/>
          </p:nvSpPr>
          <p:spPr>
            <a:xfrm>
              <a:off x="2060483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5704546-5AF8-DE49-6628-9B32685A9CAA}"/>
                </a:ext>
              </a:extLst>
            </p:cNvPr>
            <p:cNvSpPr/>
            <p:nvPr/>
          </p:nvSpPr>
          <p:spPr>
            <a:xfrm>
              <a:off x="21174300" y="12814324"/>
              <a:ext cx="2962800" cy="29628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D8960A52-52F9-6D77-9E5A-CF3985D7CE35}"/>
                </a:ext>
              </a:extLst>
            </p:cNvPr>
            <p:cNvSpPr txBox="1"/>
            <p:nvPr/>
          </p:nvSpPr>
          <p:spPr>
            <a:xfrm>
              <a:off x="22851981" y="1186315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DD69F3FA-524F-9AD2-5145-3142199957A7}"/>
                </a:ext>
              </a:extLst>
            </p:cNvPr>
            <p:cNvSpPr txBox="1"/>
            <p:nvPr/>
          </p:nvSpPr>
          <p:spPr>
            <a:xfrm>
              <a:off x="20566550" y="15697578"/>
              <a:ext cx="4178301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03CC4AA7-B5BF-C294-1D35-65F083D1BCE9}"/>
                </a:ext>
              </a:extLst>
            </p:cNvPr>
            <p:cNvSpPr txBox="1"/>
            <p:nvPr/>
          </p:nvSpPr>
          <p:spPr>
            <a:xfrm>
              <a:off x="20808523" y="1271976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735E17C7-F28D-AC8B-B241-886B567D5BB0}"/>
              </a:ext>
            </a:extLst>
          </p:cNvPr>
          <p:cNvGrpSpPr/>
          <p:nvPr/>
        </p:nvGrpSpPr>
        <p:grpSpPr>
          <a:xfrm>
            <a:off x="16505850" y="1404895"/>
            <a:ext cx="3342646" cy="3734581"/>
            <a:chOff x="20566420" y="7228880"/>
            <a:chExt cx="4178430" cy="4668364"/>
          </a:xfrm>
        </p:grpSpPr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99DE3E67-BFB9-8AF2-3D92-84E69B008F2E}"/>
                </a:ext>
              </a:extLst>
            </p:cNvPr>
            <p:cNvSpPr/>
            <p:nvPr/>
          </p:nvSpPr>
          <p:spPr>
            <a:xfrm>
              <a:off x="20566420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E47DA968-3A1D-78DC-3505-20815FCE4490}"/>
                </a:ext>
              </a:extLst>
            </p:cNvPr>
            <p:cNvSpPr txBox="1"/>
            <p:nvPr/>
          </p:nvSpPr>
          <p:spPr>
            <a:xfrm>
              <a:off x="22966282" y="722888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CEF16756-AA60-2EEC-F4B2-02DADC5EA4BB}"/>
                </a:ext>
              </a:extLst>
            </p:cNvPr>
            <p:cNvSpPr txBox="1"/>
            <p:nvPr/>
          </p:nvSpPr>
          <p:spPr>
            <a:xfrm>
              <a:off x="20566550" y="1106329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25079060-9920-E0A9-5569-9B0F262BB7C7}"/>
                </a:ext>
              </a:extLst>
            </p:cNvPr>
            <p:cNvSpPr txBox="1"/>
            <p:nvPr/>
          </p:nvSpPr>
          <p:spPr>
            <a:xfrm>
              <a:off x="20790087" y="8085485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502A421-D2D1-ACB9-DDAF-38AD9DE805D4}"/>
              </a:ext>
            </a:extLst>
          </p:cNvPr>
          <p:cNvGrpSpPr/>
          <p:nvPr/>
        </p:nvGrpSpPr>
        <p:grpSpPr>
          <a:xfrm>
            <a:off x="20214935" y="1399308"/>
            <a:ext cx="3342668" cy="3740414"/>
            <a:chOff x="29862542" y="7228880"/>
            <a:chExt cx="4178458" cy="4675655"/>
          </a:xfrm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74C5969C-D990-5CDB-CCD7-DEAD71E21A18}"/>
                </a:ext>
              </a:extLst>
            </p:cNvPr>
            <p:cNvSpPr/>
            <p:nvPr/>
          </p:nvSpPr>
          <p:spPr>
            <a:xfrm>
              <a:off x="29862542" y="7726235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5D56E5DA-E16E-4182-107D-CB630C57F55E}"/>
                </a:ext>
              </a:extLst>
            </p:cNvPr>
            <p:cNvSpPr txBox="1"/>
            <p:nvPr/>
          </p:nvSpPr>
          <p:spPr>
            <a:xfrm>
              <a:off x="32307681" y="722888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g</a:t>
              </a:r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121D9EBD-865C-E858-74E8-7034A6259990}"/>
                </a:ext>
              </a:extLst>
            </p:cNvPr>
            <p:cNvSpPr txBox="1"/>
            <p:nvPr/>
          </p:nvSpPr>
          <p:spPr>
            <a:xfrm>
              <a:off x="29862700" y="1106329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Gluon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E6AEC0CA-CD1B-E9CE-A8BF-974B8E7C615D}"/>
                </a:ext>
              </a:extLst>
            </p:cNvPr>
            <p:cNvSpPr txBox="1"/>
            <p:nvPr/>
          </p:nvSpPr>
          <p:spPr>
            <a:xfrm>
              <a:off x="30054465" y="8053538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7053B628-67D8-7F5E-2B59-33ABC8793CE5}"/>
              </a:ext>
            </a:extLst>
          </p:cNvPr>
          <p:cNvGrpSpPr/>
          <p:nvPr/>
        </p:nvGrpSpPr>
        <p:grpSpPr>
          <a:xfrm>
            <a:off x="20216887" y="5110831"/>
            <a:ext cx="3342668" cy="3740414"/>
            <a:chOff x="29767292" y="11863159"/>
            <a:chExt cx="4178458" cy="4675655"/>
          </a:xfrm>
        </p:grpSpPr>
        <p:sp>
          <p:nvSpPr>
            <p:cNvPr id="68" name="Retângulo 67">
              <a:extLst>
                <a:ext uri="{FF2B5EF4-FFF2-40B4-BE49-F238E27FC236}">
                  <a16:creationId xmlns:a16="http://schemas.microsoft.com/office/drawing/2014/main" id="{2BF3BD90-E620-4FCC-456B-59ED676F1FC2}"/>
                </a:ext>
              </a:extLst>
            </p:cNvPr>
            <p:cNvSpPr/>
            <p:nvPr/>
          </p:nvSpPr>
          <p:spPr>
            <a:xfrm>
              <a:off x="29767292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9BCA7534-98BB-B8C0-26CC-C8EA1D001A20}"/>
                </a:ext>
              </a:extLst>
            </p:cNvPr>
            <p:cNvSpPr txBox="1"/>
            <p:nvPr/>
          </p:nvSpPr>
          <p:spPr>
            <a:xfrm>
              <a:off x="29767450" y="1569757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4D76042-1285-2042-CEEA-23C246A3156A}"/>
                </a:ext>
              </a:extLst>
            </p:cNvPr>
            <p:cNvSpPr/>
            <p:nvPr/>
          </p:nvSpPr>
          <p:spPr>
            <a:xfrm>
              <a:off x="30495956" y="12878419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4289A7D4-08E5-4CEA-E475-61DF9900E988}"/>
                </a:ext>
              </a:extLst>
            </p:cNvPr>
            <p:cNvSpPr txBox="1"/>
            <p:nvPr/>
          </p:nvSpPr>
          <p:spPr>
            <a:xfrm>
              <a:off x="31062281" y="1186315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>
                  <a:extLst>
                    <a:ext uri="{FF2B5EF4-FFF2-40B4-BE49-F238E27FC236}">
                      <a16:creationId xmlns:a16="http://schemas.microsoft.com/office/drawing/2014/main" id="{7E26788A-FF00-E891-DD69-BB776BDF3E25}"/>
                    </a:ext>
                  </a:extLst>
                </p:cNvPr>
                <p:cNvSpPr txBox="1"/>
                <p:nvPr/>
              </p:nvSpPr>
              <p:spPr>
                <a:xfrm>
                  <a:off x="29942101" y="12705843"/>
                  <a:ext cx="1447800" cy="730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72" name="CaixaDeTexto 71">
                  <a:extLst>
                    <a:ext uri="{FF2B5EF4-FFF2-40B4-BE49-F238E27FC236}">
                      <a16:creationId xmlns:a16="http://schemas.microsoft.com/office/drawing/2014/main" id="{7E26788A-FF00-E891-DD69-BB776BDF3E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2101" y="12705843"/>
                  <a:ext cx="1447800" cy="730990"/>
                </a:xfrm>
                <a:prstGeom prst="rect">
                  <a:avLst/>
                </a:prstGeom>
                <a:blipFill>
                  <a:blip r:embed="rId8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A342639-7960-AE3C-C58F-F1105DC11EF3}"/>
              </a:ext>
            </a:extLst>
          </p:cNvPr>
          <p:cNvGrpSpPr/>
          <p:nvPr/>
        </p:nvGrpSpPr>
        <p:grpSpPr>
          <a:xfrm>
            <a:off x="24057355" y="1389691"/>
            <a:ext cx="3373167" cy="3740414"/>
            <a:chOff x="20566420" y="17085527"/>
            <a:chExt cx="4216583" cy="4675655"/>
          </a:xfrm>
        </p:grpSpPr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57B773D6-4FE1-64E9-5434-387450AF97A8}"/>
                </a:ext>
              </a:extLst>
            </p:cNvPr>
            <p:cNvSpPr/>
            <p:nvPr/>
          </p:nvSpPr>
          <p:spPr>
            <a:xfrm>
              <a:off x="20604703" y="17582882"/>
              <a:ext cx="4178300" cy="4178300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AD8A0C0-5184-FAD7-D909-D4E589F46167}"/>
                </a:ext>
              </a:extLst>
            </p:cNvPr>
            <p:cNvSpPr/>
            <p:nvPr/>
          </p:nvSpPr>
          <p:spPr>
            <a:xfrm>
              <a:off x="21008570" y="18025032"/>
              <a:ext cx="3294000" cy="3294000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07ED8B9D-B993-CC90-DE9F-CBF6AD2C859B}"/>
                </a:ext>
              </a:extLst>
            </p:cNvPr>
            <p:cNvSpPr txBox="1"/>
            <p:nvPr/>
          </p:nvSpPr>
          <p:spPr>
            <a:xfrm>
              <a:off x="22586378" y="17085527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D5A88BAA-04E3-F7F2-FEC6-F08262CF199F}"/>
                </a:ext>
              </a:extLst>
            </p:cNvPr>
            <p:cNvSpPr txBox="1"/>
            <p:nvPr/>
          </p:nvSpPr>
          <p:spPr>
            <a:xfrm>
              <a:off x="20566420" y="20919946"/>
              <a:ext cx="4178301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FD9A814F-E452-E81B-21E5-E6F16F465329}"/>
                </a:ext>
              </a:extLst>
            </p:cNvPr>
            <p:cNvSpPr txBox="1"/>
            <p:nvPr/>
          </p:nvSpPr>
          <p:spPr>
            <a:xfrm>
              <a:off x="20808393" y="17942132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DF6A9D3A-35F2-B1DA-9641-50E358A54440}"/>
              </a:ext>
            </a:extLst>
          </p:cNvPr>
          <p:cNvGrpSpPr/>
          <p:nvPr/>
        </p:nvGrpSpPr>
        <p:grpSpPr>
          <a:xfrm>
            <a:off x="8526404" y="1399029"/>
            <a:ext cx="3342542" cy="3746787"/>
            <a:chOff x="3491764" y="19287360"/>
            <a:chExt cx="4178300" cy="4683622"/>
          </a:xfrm>
        </p:grpSpPr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8679D16A-4B65-7D86-18D4-0D198B08CA88}"/>
                </a:ext>
              </a:extLst>
            </p:cNvPr>
            <p:cNvSpPr/>
            <p:nvPr/>
          </p:nvSpPr>
          <p:spPr>
            <a:xfrm>
              <a:off x="3491764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4E7F001-636D-E39C-10AC-5A34559D83A8}"/>
                </a:ext>
              </a:extLst>
            </p:cNvPr>
            <p:cNvSpPr/>
            <p:nvPr/>
          </p:nvSpPr>
          <p:spPr>
            <a:xfrm>
              <a:off x="5478520" y="21881832"/>
              <a:ext cx="54000" cy="540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EECC59E5-D3D8-9F04-9A66-BD420F60774B}"/>
                </a:ext>
              </a:extLst>
            </p:cNvPr>
            <p:cNvSpPr txBox="1"/>
            <p:nvPr/>
          </p:nvSpPr>
          <p:spPr>
            <a:xfrm>
              <a:off x="5891496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8BBC3498-3286-A4D6-6AFB-878A141BDB71}"/>
                </a:ext>
              </a:extLst>
            </p:cNvPr>
            <p:cNvSpPr txBox="1"/>
            <p:nvPr/>
          </p:nvSpPr>
          <p:spPr>
            <a:xfrm>
              <a:off x="3491764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DEB902DD-5AFF-D801-AEC2-F71FB1FEE2B9}"/>
                </a:ext>
              </a:extLst>
            </p:cNvPr>
            <p:cNvSpPr txBox="1"/>
            <p:nvPr/>
          </p:nvSpPr>
          <p:spPr>
            <a:xfrm>
              <a:off x="3669217" y="2013004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464631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921851" y="13004409"/>
            <a:ext cx="7028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79512" y="13020376"/>
            <a:ext cx="7013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13013327"/>
            <a:ext cx="705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36580" y="460224"/>
            <a:ext cx="10893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3557478" y="13004408"/>
            <a:ext cx="437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cxnSp>
        <p:nvCxnSpPr>
          <p:cNvPr id="113" name="Conexão reta 112">
            <a:extLst>
              <a:ext uri="{FF2B5EF4-FFF2-40B4-BE49-F238E27FC236}">
                <a16:creationId xmlns:a16="http://schemas.microsoft.com/office/drawing/2014/main" id="{B62875E3-2F08-8CD0-8E3D-03C31BA329D9}"/>
              </a:ext>
            </a:extLst>
          </p:cNvPr>
          <p:cNvCxnSpPr>
            <a:cxnSpLocks/>
          </p:cNvCxnSpPr>
          <p:nvPr/>
        </p:nvCxnSpPr>
        <p:spPr>
          <a:xfrm>
            <a:off x="887838" y="1403068"/>
            <a:ext cx="14681184" cy="14077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xão reta 113">
            <a:extLst>
              <a:ext uri="{FF2B5EF4-FFF2-40B4-BE49-F238E27FC236}">
                <a16:creationId xmlns:a16="http://schemas.microsoft.com/office/drawing/2014/main" id="{3D1182C1-1E71-1BB5-ABDE-1AD8BB2365EB}"/>
              </a:ext>
            </a:extLst>
          </p:cNvPr>
          <p:cNvCxnSpPr>
            <a:cxnSpLocks/>
          </p:cNvCxnSpPr>
          <p:nvPr/>
        </p:nvCxnSpPr>
        <p:spPr>
          <a:xfrm>
            <a:off x="921852" y="12885952"/>
            <a:ext cx="7028264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xão reta 117">
            <a:extLst>
              <a:ext uri="{FF2B5EF4-FFF2-40B4-BE49-F238E27FC236}">
                <a16:creationId xmlns:a16="http://schemas.microsoft.com/office/drawing/2014/main" id="{F8E9B581-F25D-240D-2BD0-AF3C6FBCA187}"/>
              </a:ext>
            </a:extLst>
          </p:cNvPr>
          <p:cNvCxnSpPr>
            <a:cxnSpLocks/>
          </p:cNvCxnSpPr>
          <p:nvPr/>
        </p:nvCxnSpPr>
        <p:spPr>
          <a:xfrm>
            <a:off x="8566611" y="12885552"/>
            <a:ext cx="7013648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xão reta 125">
            <a:extLst>
              <a:ext uri="{FF2B5EF4-FFF2-40B4-BE49-F238E27FC236}">
                <a16:creationId xmlns:a16="http://schemas.microsoft.com/office/drawing/2014/main" id="{E3280D87-D495-532B-4AAC-E5C507CADE99}"/>
              </a:ext>
            </a:extLst>
          </p:cNvPr>
          <p:cNvCxnSpPr>
            <a:cxnSpLocks/>
          </p:cNvCxnSpPr>
          <p:nvPr/>
        </p:nvCxnSpPr>
        <p:spPr>
          <a:xfrm>
            <a:off x="16536580" y="1411924"/>
            <a:ext cx="10893942" cy="10446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xão reta 128">
            <a:extLst>
              <a:ext uri="{FF2B5EF4-FFF2-40B4-BE49-F238E27FC236}">
                <a16:creationId xmlns:a16="http://schemas.microsoft.com/office/drawing/2014/main" id="{F6556025-D252-2C93-FA48-50D40B648117}"/>
              </a:ext>
            </a:extLst>
          </p:cNvPr>
          <p:cNvCxnSpPr>
            <a:cxnSpLocks/>
          </p:cNvCxnSpPr>
          <p:nvPr/>
        </p:nvCxnSpPr>
        <p:spPr>
          <a:xfrm>
            <a:off x="16505850" y="12885552"/>
            <a:ext cx="7051627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xão reta 131">
            <a:extLst>
              <a:ext uri="{FF2B5EF4-FFF2-40B4-BE49-F238E27FC236}">
                <a16:creationId xmlns:a16="http://schemas.microsoft.com/office/drawing/2014/main" id="{587A1CB8-49A8-3AB2-E9A7-3BFFF333A7C7}"/>
              </a:ext>
            </a:extLst>
          </p:cNvPr>
          <p:cNvCxnSpPr>
            <a:cxnSpLocks/>
          </p:cNvCxnSpPr>
          <p:nvPr/>
        </p:nvCxnSpPr>
        <p:spPr>
          <a:xfrm>
            <a:off x="24087980" y="12885552"/>
            <a:ext cx="3311917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35E400-EA0F-4D0F-EFA3-B52FFE9B28E4}"/>
              </a:ext>
            </a:extLst>
          </p:cNvPr>
          <p:cNvSpPr txBox="1"/>
          <p:nvPr/>
        </p:nvSpPr>
        <p:spPr>
          <a:xfrm>
            <a:off x="5120640" y="2871862"/>
            <a:ext cx="22105418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3900" dirty="0">
                <a:solidFill>
                  <a:srgbClr val="FF0000"/>
                </a:solidFill>
              </a:rPr>
              <a:t>POSIÇÕES MAL</a:t>
            </a:r>
          </a:p>
        </p:txBody>
      </p:sp>
    </p:spTree>
    <p:extLst>
      <p:ext uri="{BB962C8B-B14F-4D97-AF65-F5344CB8AC3E}">
        <p14:creationId xmlns:p14="http://schemas.microsoft.com/office/powerpoint/2010/main" val="340100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464631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921851" y="13004409"/>
            <a:ext cx="70282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79512" y="13020376"/>
            <a:ext cx="7013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9326228"/>
            <a:ext cx="705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36580" y="460224"/>
            <a:ext cx="10893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4151742" y="5600711"/>
            <a:ext cx="3184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cxnSp>
        <p:nvCxnSpPr>
          <p:cNvPr id="113" name="Conexão reta 112">
            <a:extLst>
              <a:ext uri="{FF2B5EF4-FFF2-40B4-BE49-F238E27FC236}">
                <a16:creationId xmlns:a16="http://schemas.microsoft.com/office/drawing/2014/main" id="{B62875E3-2F08-8CD0-8E3D-03C31BA329D9}"/>
              </a:ext>
            </a:extLst>
          </p:cNvPr>
          <p:cNvCxnSpPr>
            <a:cxnSpLocks/>
          </p:cNvCxnSpPr>
          <p:nvPr/>
        </p:nvCxnSpPr>
        <p:spPr>
          <a:xfrm>
            <a:off x="887838" y="1403068"/>
            <a:ext cx="14681184" cy="14077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xão reta 113">
            <a:extLst>
              <a:ext uri="{FF2B5EF4-FFF2-40B4-BE49-F238E27FC236}">
                <a16:creationId xmlns:a16="http://schemas.microsoft.com/office/drawing/2014/main" id="{3D1182C1-1E71-1BB5-ABDE-1AD8BB2365EB}"/>
              </a:ext>
            </a:extLst>
          </p:cNvPr>
          <p:cNvCxnSpPr>
            <a:cxnSpLocks/>
          </p:cNvCxnSpPr>
          <p:nvPr/>
        </p:nvCxnSpPr>
        <p:spPr>
          <a:xfrm>
            <a:off x="921852" y="12885952"/>
            <a:ext cx="7028264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xão reta 117">
            <a:extLst>
              <a:ext uri="{FF2B5EF4-FFF2-40B4-BE49-F238E27FC236}">
                <a16:creationId xmlns:a16="http://schemas.microsoft.com/office/drawing/2014/main" id="{F8E9B581-F25D-240D-2BD0-AF3C6FBCA187}"/>
              </a:ext>
            </a:extLst>
          </p:cNvPr>
          <p:cNvCxnSpPr>
            <a:cxnSpLocks/>
          </p:cNvCxnSpPr>
          <p:nvPr/>
        </p:nvCxnSpPr>
        <p:spPr>
          <a:xfrm>
            <a:off x="8566611" y="12885552"/>
            <a:ext cx="7013648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xão reta 125">
            <a:extLst>
              <a:ext uri="{FF2B5EF4-FFF2-40B4-BE49-F238E27FC236}">
                <a16:creationId xmlns:a16="http://schemas.microsoft.com/office/drawing/2014/main" id="{E3280D87-D495-532B-4AAC-E5C507CADE99}"/>
              </a:ext>
            </a:extLst>
          </p:cNvPr>
          <p:cNvCxnSpPr>
            <a:cxnSpLocks/>
          </p:cNvCxnSpPr>
          <p:nvPr/>
        </p:nvCxnSpPr>
        <p:spPr>
          <a:xfrm>
            <a:off x="16536580" y="1411924"/>
            <a:ext cx="10893942" cy="10446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xão reta 128">
            <a:extLst>
              <a:ext uri="{FF2B5EF4-FFF2-40B4-BE49-F238E27FC236}">
                <a16:creationId xmlns:a16="http://schemas.microsoft.com/office/drawing/2014/main" id="{F6556025-D252-2C93-FA48-50D40B648117}"/>
              </a:ext>
            </a:extLst>
          </p:cNvPr>
          <p:cNvCxnSpPr>
            <a:cxnSpLocks/>
          </p:cNvCxnSpPr>
          <p:nvPr/>
        </p:nvCxnSpPr>
        <p:spPr>
          <a:xfrm>
            <a:off x="16505850" y="9198453"/>
            <a:ext cx="7051627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xão reta 131">
            <a:extLst>
              <a:ext uri="{FF2B5EF4-FFF2-40B4-BE49-F238E27FC236}">
                <a16:creationId xmlns:a16="http://schemas.microsoft.com/office/drawing/2014/main" id="{587A1CB8-49A8-3AB2-E9A7-3BFFF333A7C7}"/>
              </a:ext>
            </a:extLst>
          </p:cNvPr>
          <p:cNvCxnSpPr>
            <a:cxnSpLocks/>
          </p:cNvCxnSpPr>
          <p:nvPr/>
        </p:nvCxnSpPr>
        <p:spPr>
          <a:xfrm>
            <a:off x="24087980" y="5481855"/>
            <a:ext cx="3311917" cy="0"/>
          </a:xfrm>
          <a:prstGeom prst="line">
            <a:avLst/>
          </a:prstGeom>
          <a:ln w="539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4A5D90FB-E480-9041-CF18-3170B11A582C}"/>
              </a:ext>
            </a:extLst>
          </p:cNvPr>
          <p:cNvSpPr/>
          <p:nvPr/>
        </p:nvSpPr>
        <p:spPr>
          <a:xfrm>
            <a:off x="921852" y="9185763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5D01692-8FCC-CF26-1CB0-E5EEAB6A73C5}"/>
              </a:ext>
            </a:extLst>
          </p:cNvPr>
          <p:cNvSpPr/>
          <p:nvPr/>
        </p:nvSpPr>
        <p:spPr>
          <a:xfrm>
            <a:off x="1135205" y="9399117"/>
            <a:ext cx="2915834" cy="2915834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E8C80D-8167-C3DE-082A-3DD2BD0A75FC}"/>
              </a:ext>
            </a:extLst>
          </p:cNvPr>
          <p:cNvSpPr txBox="1"/>
          <p:nvPr/>
        </p:nvSpPr>
        <p:spPr>
          <a:xfrm>
            <a:off x="3167146" y="8787891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EBF39A0-F204-9081-88ED-FF2B97A119AC}"/>
              </a:ext>
            </a:extLst>
          </p:cNvPr>
          <p:cNvSpPr txBox="1"/>
          <p:nvPr/>
        </p:nvSpPr>
        <p:spPr>
          <a:xfrm>
            <a:off x="921852" y="11855336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36432AA-CAD9-F2EF-3CA6-4DBDEEA749D1}"/>
                  </a:ext>
                </a:extLst>
              </p:cNvPr>
              <p:cNvSpPr txBox="1"/>
              <p:nvPr/>
            </p:nvSpPr>
            <p:spPr>
              <a:xfrm>
                <a:off x="769456" y="924663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236432AA-CAD9-F2EF-3CA6-4DBDEEA74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56" y="9246630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tângulo 49">
            <a:extLst>
              <a:ext uri="{FF2B5EF4-FFF2-40B4-BE49-F238E27FC236}">
                <a16:creationId xmlns:a16="http://schemas.microsoft.com/office/drawing/2014/main" id="{795735DE-6040-C876-1192-E85CF9B546B4}"/>
              </a:ext>
            </a:extLst>
          </p:cNvPr>
          <p:cNvSpPr/>
          <p:nvPr/>
        </p:nvSpPr>
        <p:spPr>
          <a:xfrm>
            <a:off x="853642" y="5528835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5959534-1DF8-DF48-1C63-50AC03C4ACA9}"/>
              </a:ext>
            </a:extLst>
          </p:cNvPr>
          <p:cNvSpPr/>
          <p:nvPr/>
        </p:nvSpPr>
        <p:spPr>
          <a:xfrm>
            <a:off x="2274723" y="6882670"/>
            <a:ext cx="570223" cy="57022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DF24C8CF-694E-97AA-27E6-97811EFE5FE8}"/>
              </a:ext>
            </a:extLst>
          </p:cNvPr>
          <p:cNvSpPr txBox="1"/>
          <p:nvPr/>
        </p:nvSpPr>
        <p:spPr>
          <a:xfrm>
            <a:off x="2854736" y="5098639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166EC728-110D-FFF9-090E-E2412CC01FD3}"/>
              </a:ext>
            </a:extLst>
          </p:cNvPr>
          <p:cNvSpPr txBox="1"/>
          <p:nvPr/>
        </p:nvSpPr>
        <p:spPr>
          <a:xfrm>
            <a:off x="888564" y="8166084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aixaDeTexto 110">
                <a:extLst>
                  <a:ext uri="{FF2B5EF4-FFF2-40B4-BE49-F238E27FC236}">
                    <a16:creationId xmlns:a16="http://schemas.microsoft.com/office/drawing/2014/main" id="{2DE5C62A-4653-89FB-AAD9-AA0EA028032F}"/>
                  </a:ext>
                </a:extLst>
              </p:cNvPr>
              <p:cNvSpPr txBox="1"/>
              <p:nvPr/>
            </p:nvSpPr>
            <p:spPr>
              <a:xfrm>
                <a:off x="736093" y="553525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1" name="CaixaDeTexto 110">
                <a:extLst>
                  <a:ext uri="{FF2B5EF4-FFF2-40B4-BE49-F238E27FC236}">
                    <a16:creationId xmlns:a16="http://schemas.microsoft.com/office/drawing/2014/main" id="{2DE5C62A-4653-89FB-AAD9-AA0EA0280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93" y="5535259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Retângulo 111">
            <a:extLst>
              <a:ext uri="{FF2B5EF4-FFF2-40B4-BE49-F238E27FC236}">
                <a16:creationId xmlns:a16="http://schemas.microsoft.com/office/drawing/2014/main" id="{628292EC-C6F9-18B1-4F05-54FC06B8E59E}"/>
              </a:ext>
            </a:extLst>
          </p:cNvPr>
          <p:cNvSpPr/>
          <p:nvPr/>
        </p:nvSpPr>
        <p:spPr>
          <a:xfrm>
            <a:off x="887839" y="1789197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9418BC23-C098-27EB-0283-B538934336ED}"/>
              </a:ext>
            </a:extLst>
          </p:cNvPr>
          <p:cNvSpPr/>
          <p:nvPr/>
        </p:nvSpPr>
        <p:spPr>
          <a:xfrm>
            <a:off x="2524913" y="3425909"/>
            <a:ext cx="69118" cy="69118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BFCE6929-7BAC-CB5B-5619-42CA049E5B52}"/>
              </a:ext>
            </a:extLst>
          </p:cNvPr>
          <p:cNvSpPr txBox="1"/>
          <p:nvPr/>
        </p:nvSpPr>
        <p:spPr>
          <a:xfrm>
            <a:off x="888202" y="4458770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id="{25A8BE3B-C054-26D1-C2C7-D4A1EA9E9168}"/>
                  </a:ext>
                </a:extLst>
              </p:cNvPr>
              <p:cNvSpPr txBox="1"/>
              <p:nvPr/>
            </p:nvSpPr>
            <p:spPr>
              <a:xfrm>
                <a:off x="735806" y="1850064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id="{25A8BE3B-C054-26D1-C2C7-D4A1EA9E9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064"/>
                <a:ext cx="1158206" cy="1006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Retângulo 118">
            <a:extLst>
              <a:ext uri="{FF2B5EF4-FFF2-40B4-BE49-F238E27FC236}">
                <a16:creationId xmlns:a16="http://schemas.microsoft.com/office/drawing/2014/main" id="{54FF3F68-B748-DC48-BDF6-4C474A711BE7}"/>
              </a:ext>
            </a:extLst>
          </p:cNvPr>
          <p:cNvSpPr/>
          <p:nvPr/>
        </p:nvSpPr>
        <p:spPr>
          <a:xfrm>
            <a:off x="4607574" y="9186227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E7B85F2-E0A4-3242-24F2-A68F74C2E3E0}"/>
              </a:ext>
            </a:extLst>
          </p:cNvPr>
          <p:cNvSpPr/>
          <p:nvPr/>
        </p:nvSpPr>
        <p:spPr>
          <a:xfrm>
            <a:off x="5854057" y="10309562"/>
            <a:ext cx="849575" cy="849575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3A57D6C2-1538-1CC2-912B-67F4BBDD9744}"/>
              </a:ext>
            </a:extLst>
          </p:cNvPr>
          <p:cNvSpPr txBox="1"/>
          <p:nvPr/>
        </p:nvSpPr>
        <p:spPr>
          <a:xfrm>
            <a:off x="6548077" y="8788354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E5F20C8A-B10C-4DA8-D35B-13E7188F9283}"/>
              </a:ext>
            </a:extLst>
          </p:cNvPr>
          <p:cNvSpPr txBox="1"/>
          <p:nvPr/>
        </p:nvSpPr>
        <p:spPr>
          <a:xfrm>
            <a:off x="4607574" y="11855799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35FDB790-82E9-C2A7-742B-8E8B0A48A39A}"/>
                  </a:ext>
                </a:extLst>
              </p:cNvPr>
              <p:cNvSpPr txBox="1"/>
              <p:nvPr/>
            </p:nvSpPr>
            <p:spPr>
              <a:xfrm>
                <a:off x="4455178" y="9247094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35FDB790-82E9-C2A7-742B-8E8B0A48A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178" y="9247094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tângulo 123">
            <a:extLst>
              <a:ext uri="{FF2B5EF4-FFF2-40B4-BE49-F238E27FC236}">
                <a16:creationId xmlns:a16="http://schemas.microsoft.com/office/drawing/2014/main" id="{C1EC1510-E653-2AAB-38BF-2C03FB704048}"/>
              </a:ext>
            </a:extLst>
          </p:cNvPr>
          <p:cNvSpPr/>
          <p:nvPr/>
        </p:nvSpPr>
        <p:spPr>
          <a:xfrm>
            <a:off x="4599167" y="5496511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FB79A31-5C53-B2A7-AD2D-7F16B5B4142F}"/>
              </a:ext>
            </a:extLst>
          </p:cNvPr>
          <p:cNvSpPr/>
          <p:nvPr/>
        </p:nvSpPr>
        <p:spPr>
          <a:xfrm>
            <a:off x="6150921" y="7048265"/>
            <a:ext cx="239033" cy="23903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0FCD0BB5-9D3F-E534-60FB-8C08B8DB8111}"/>
              </a:ext>
            </a:extLst>
          </p:cNvPr>
          <p:cNvSpPr txBox="1"/>
          <p:nvPr/>
        </p:nvSpPr>
        <p:spPr>
          <a:xfrm>
            <a:off x="6565339" y="5098639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02902378-7E34-333D-96CF-6B09AD8D1524}"/>
              </a:ext>
            </a:extLst>
          </p:cNvPr>
          <p:cNvSpPr txBox="1"/>
          <p:nvPr/>
        </p:nvSpPr>
        <p:spPr>
          <a:xfrm>
            <a:off x="4599167" y="8166084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CaixaDeTexto 129">
                <a:extLst>
                  <a:ext uri="{FF2B5EF4-FFF2-40B4-BE49-F238E27FC236}">
                    <a16:creationId xmlns:a16="http://schemas.microsoft.com/office/drawing/2014/main" id="{355810DC-A8D8-408F-DFE4-1D8791BF11F7}"/>
                  </a:ext>
                </a:extLst>
              </p:cNvPr>
              <p:cNvSpPr txBox="1"/>
              <p:nvPr/>
            </p:nvSpPr>
            <p:spPr>
              <a:xfrm>
                <a:off x="4446771" y="5557378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0" name="CaixaDeTexto 129">
                <a:extLst>
                  <a:ext uri="{FF2B5EF4-FFF2-40B4-BE49-F238E27FC236}">
                    <a16:creationId xmlns:a16="http://schemas.microsoft.com/office/drawing/2014/main" id="{355810DC-A8D8-408F-DFE4-1D8791BF1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7378"/>
                <a:ext cx="1158206" cy="10037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Retângulo 130">
            <a:extLst>
              <a:ext uri="{FF2B5EF4-FFF2-40B4-BE49-F238E27FC236}">
                <a16:creationId xmlns:a16="http://schemas.microsoft.com/office/drawing/2014/main" id="{1F9D8EC3-545B-2D86-E27C-8EFE7EF1A2E7}"/>
              </a:ext>
            </a:extLst>
          </p:cNvPr>
          <p:cNvSpPr/>
          <p:nvPr/>
        </p:nvSpPr>
        <p:spPr>
          <a:xfrm>
            <a:off x="4590760" y="1807259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48EFA8D8-0ED3-0D4D-B628-6B958FBDC96B}"/>
              </a:ext>
            </a:extLst>
          </p:cNvPr>
          <p:cNvSpPr/>
          <p:nvPr/>
        </p:nvSpPr>
        <p:spPr>
          <a:xfrm>
            <a:off x="6221157" y="3433891"/>
            <a:ext cx="89277" cy="89277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69176F79-05EB-7A25-854C-F68C77B90789}"/>
              </a:ext>
            </a:extLst>
          </p:cNvPr>
          <p:cNvSpPr txBox="1"/>
          <p:nvPr/>
        </p:nvSpPr>
        <p:spPr>
          <a:xfrm>
            <a:off x="4590760" y="4476832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CaixaDeTexto 134">
                <a:extLst>
                  <a:ext uri="{FF2B5EF4-FFF2-40B4-BE49-F238E27FC236}">
                    <a16:creationId xmlns:a16="http://schemas.microsoft.com/office/drawing/2014/main" id="{E1F2CF48-5400-79F1-B997-8C2D6B21ED5F}"/>
                  </a:ext>
                </a:extLst>
              </p:cNvPr>
              <p:cNvSpPr txBox="1"/>
              <p:nvPr/>
            </p:nvSpPr>
            <p:spPr>
              <a:xfrm>
                <a:off x="4438364" y="1868126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5" name="CaixaDeTexto 134">
                <a:extLst>
                  <a:ext uri="{FF2B5EF4-FFF2-40B4-BE49-F238E27FC236}">
                    <a16:creationId xmlns:a16="http://schemas.microsoft.com/office/drawing/2014/main" id="{E1F2CF48-5400-79F1-B997-8C2D6B21E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364" y="1868126"/>
                <a:ext cx="1158206" cy="10037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F6FAC6E2-7E89-1DF0-5373-B47D029836F8}"/>
              </a:ext>
            </a:extLst>
          </p:cNvPr>
          <p:cNvGrpSpPr/>
          <p:nvPr/>
        </p:nvGrpSpPr>
        <p:grpSpPr>
          <a:xfrm>
            <a:off x="8554973" y="8799414"/>
            <a:ext cx="3346034" cy="3746787"/>
            <a:chOff x="12766107" y="19287360"/>
            <a:chExt cx="4182665" cy="4683622"/>
          </a:xfrm>
        </p:grpSpPr>
        <p:sp>
          <p:nvSpPr>
            <p:cNvPr id="137" name="Retângulo 136">
              <a:extLst>
                <a:ext uri="{FF2B5EF4-FFF2-40B4-BE49-F238E27FC236}">
                  <a16:creationId xmlns:a16="http://schemas.microsoft.com/office/drawing/2014/main" id="{3305AFB1-1B1D-97FE-34CA-506DE12C1BE5}"/>
                </a:ext>
              </a:extLst>
            </p:cNvPr>
            <p:cNvSpPr/>
            <p:nvPr/>
          </p:nvSpPr>
          <p:spPr>
            <a:xfrm>
              <a:off x="12770472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9F082C8-DB70-37DA-D6C5-28EF39282496}"/>
                </a:ext>
              </a:extLst>
            </p:cNvPr>
            <p:cNvSpPr/>
            <p:nvPr/>
          </p:nvSpPr>
          <p:spPr>
            <a:xfrm>
              <a:off x="14457457" y="21484032"/>
              <a:ext cx="795600" cy="795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39" name="CaixaDeTexto 138">
              <a:extLst>
                <a:ext uri="{FF2B5EF4-FFF2-40B4-BE49-F238E27FC236}">
                  <a16:creationId xmlns:a16="http://schemas.microsoft.com/office/drawing/2014/main" id="{1C54BAC6-45A9-6D03-CB87-21A8F16AE6B1}"/>
                </a:ext>
              </a:extLst>
            </p:cNvPr>
            <p:cNvSpPr txBox="1"/>
            <p:nvPr/>
          </p:nvSpPr>
          <p:spPr>
            <a:xfrm>
              <a:off x="15425322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40" name="CaixaDeTexto 139">
              <a:extLst>
                <a:ext uri="{FF2B5EF4-FFF2-40B4-BE49-F238E27FC236}">
                  <a16:creationId xmlns:a16="http://schemas.microsoft.com/office/drawing/2014/main" id="{602ABF38-9044-ED28-2D49-94566E3B2783}"/>
                </a:ext>
              </a:extLst>
            </p:cNvPr>
            <p:cNvSpPr txBox="1"/>
            <p:nvPr/>
          </p:nvSpPr>
          <p:spPr>
            <a:xfrm>
              <a:off x="12766107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511617D7-CF70-31CE-A836-3DF546FE045F}"/>
                </a:ext>
              </a:extLst>
            </p:cNvPr>
            <p:cNvSpPr txBox="1"/>
            <p:nvPr/>
          </p:nvSpPr>
          <p:spPr>
            <a:xfrm>
              <a:off x="12947925" y="20138011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0C60E0F4-A04D-AFF4-D2B7-8DB96978693D}"/>
              </a:ext>
            </a:extLst>
          </p:cNvPr>
          <p:cNvGrpSpPr/>
          <p:nvPr/>
        </p:nvGrpSpPr>
        <p:grpSpPr>
          <a:xfrm>
            <a:off x="12226481" y="1361637"/>
            <a:ext cx="3646866" cy="3801372"/>
            <a:chOff x="3491764" y="23845439"/>
            <a:chExt cx="4558716" cy="4751855"/>
          </a:xfrm>
        </p:grpSpPr>
        <p:sp>
          <p:nvSpPr>
            <p:cNvPr id="143" name="Retângulo 142">
              <a:extLst>
                <a:ext uri="{FF2B5EF4-FFF2-40B4-BE49-F238E27FC236}">
                  <a16:creationId xmlns:a16="http://schemas.microsoft.com/office/drawing/2014/main" id="{A5636E95-ED98-DF2F-BBF6-7D288AFD6562}"/>
                </a:ext>
              </a:extLst>
            </p:cNvPr>
            <p:cNvSpPr/>
            <p:nvPr/>
          </p:nvSpPr>
          <p:spPr>
            <a:xfrm>
              <a:off x="3491764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276CC35B-B46F-9E26-9374-0B269BC393F9}"/>
                </a:ext>
              </a:extLst>
            </p:cNvPr>
            <p:cNvSpPr txBox="1"/>
            <p:nvPr/>
          </p:nvSpPr>
          <p:spPr>
            <a:xfrm>
              <a:off x="5872445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45" name="CaixaDeTexto 144">
              <a:extLst>
                <a:ext uri="{FF2B5EF4-FFF2-40B4-BE49-F238E27FC236}">
                  <a16:creationId xmlns:a16="http://schemas.microsoft.com/office/drawing/2014/main" id="{95465256-D821-4368-8A5A-CFD186A936C3}"/>
                </a:ext>
              </a:extLst>
            </p:cNvPr>
            <p:cNvSpPr txBox="1"/>
            <p:nvPr/>
          </p:nvSpPr>
          <p:spPr>
            <a:xfrm>
              <a:off x="3491764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1BB86A99-07E4-2827-22DB-FC5C0DFCA8DA}"/>
                </a:ext>
              </a:extLst>
            </p:cNvPr>
            <p:cNvSpPr txBox="1"/>
            <p:nvPr/>
          </p:nvSpPr>
          <p:spPr>
            <a:xfrm>
              <a:off x="6805880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7E7B4FED-0394-E685-E27D-29E0330D5DED}"/>
                </a:ext>
              </a:extLst>
            </p:cNvPr>
            <p:cNvSpPr txBox="1"/>
            <p:nvPr/>
          </p:nvSpPr>
          <p:spPr>
            <a:xfrm>
              <a:off x="3707317" y="2477824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7E516064-B415-CC32-064E-54F41A043139}"/>
              </a:ext>
            </a:extLst>
          </p:cNvPr>
          <p:cNvGrpSpPr/>
          <p:nvPr/>
        </p:nvGrpSpPr>
        <p:grpSpPr>
          <a:xfrm>
            <a:off x="12237717" y="5050743"/>
            <a:ext cx="3646866" cy="3801372"/>
            <a:chOff x="8130607" y="23845439"/>
            <a:chExt cx="4558716" cy="4751855"/>
          </a:xfrm>
        </p:grpSpPr>
        <p:sp>
          <p:nvSpPr>
            <p:cNvPr id="149" name="Retângulo 148">
              <a:extLst>
                <a:ext uri="{FF2B5EF4-FFF2-40B4-BE49-F238E27FC236}">
                  <a16:creationId xmlns:a16="http://schemas.microsoft.com/office/drawing/2014/main" id="{5F248B1B-16DF-0C70-2690-87CE8517646E}"/>
                </a:ext>
              </a:extLst>
            </p:cNvPr>
            <p:cNvSpPr/>
            <p:nvPr/>
          </p:nvSpPr>
          <p:spPr>
            <a:xfrm>
              <a:off x="81306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7DD792F-049E-3C2D-F978-90D72EE5C1A2}"/>
                </a:ext>
              </a:extLst>
            </p:cNvPr>
            <p:cNvSpPr txBox="1"/>
            <p:nvPr/>
          </p:nvSpPr>
          <p:spPr>
            <a:xfrm>
              <a:off x="8130607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51" name="CaixaDeTexto 150">
              <a:extLst>
                <a:ext uri="{FF2B5EF4-FFF2-40B4-BE49-F238E27FC236}">
                  <a16:creationId xmlns:a16="http://schemas.microsoft.com/office/drawing/2014/main" id="{97BD22F0-449B-55F1-AB5E-AE1B56F66471}"/>
                </a:ext>
              </a:extLst>
            </p:cNvPr>
            <p:cNvSpPr txBox="1"/>
            <p:nvPr/>
          </p:nvSpPr>
          <p:spPr>
            <a:xfrm>
              <a:off x="10511288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2" name="CaixaDeTexto 151">
              <a:extLst>
                <a:ext uri="{FF2B5EF4-FFF2-40B4-BE49-F238E27FC236}">
                  <a16:creationId xmlns:a16="http://schemas.microsoft.com/office/drawing/2014/main" id="{E3CA5436-AC21-50C8-3AC5-F724454DAC44}"/>
                </a:ext>
              </a:extLst>
            </p:cNvPr>
            <p:cNvSpPr txBox="1"/>
            <p:nvPr/>
          </p:nvSpPr>
          <p:spPr>
            <a:xfrm>
              <a:off x="11444723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51DC2DA9-005B-33DE-1798-AB88911D38C4}"/>
                </a:ext>
              </a:extLst>
            </p:cNvPr>
            <p:cNvSpPr txBox="1"/>
            <p:nvPr/>
          </p:nvSpPr>
          <p:spPr>
            <a:xfrm>
              <a:off x="8342756" y="24787431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B69B1D39-D270-81E5-41CC-57DAA4C50887}"/>
              </a:ext>
            </a:extLst>
          </p:cNvPr>
          <p:cNvGrpSpPr/>
          <p:nvPr/>
        </p:nvGrpSpPr>
        <p:grpSpPr>
          <a:xfrm>
            <a:off x="12250618" y="8745196"/>
            <a:ext cx="3646866" cy="3801372"/>
            <a:chOff x="12766107" y="23845439"/>
            <a:chExt cx="4558716" cy="4751855"/>
          </a:xfrm>
        </p:grpSpPr>
        <p:sp>
          <p:nvSpPr>
            <p:cNvPr id="155" name="Retângulo 154">
              <a:extLst>
                <a:ext uri="{FF2B5EF4-FFF2-40B4-BE49-F238E27FC236}">
                  <a16:creationId xmlns:a16="http://schemas.microsoft.com/office/drawing/2014/main" id="{6C5482CB-FC24-8E48-B593-B633D309B0A7}"/>
                </a:ext>
              </a:extLst>
            </p:cNvPr>
            <p:cNvSpPr/>
            <p:nvPr/>
          </p:nvSpPr>
          <p:spPr>
            <a:xfrm>
              <a:off x="12766107" y="24418994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3B08663B-A5C5-CB16-7966-A2D66A4504A1}"/>
                </a:ext>
              </a:extLst>
            </p:cNvPr>
            <p:cNvSpPr txBox="1"/>
            <p:nvPr/>
          </p:nvSpPr>
          <p:spPr>
            <a:xfrm>
              <a:off x="12766107" y="2775605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57" name="CaixaDeTexto 156">
              <a:extLst>
                <a:ext uri="{FF2B5EF4-FFF2-40B4-BE49-F238E27FC236}">
                  <a16:creationId xmlns:a16="http://schemas.microsoft.com/office/drawing/2014/main" id="{46BB266B-C952-4DF3-62AC-28C76D8FF5C1}"/>
                </a:ext>
              </a:extLst>
            </p:cNvPr>
            <p:cNvSpPr txBox="1"/>
            <p:nvPr/>
          </p:nvSpPr>
          <p:spPr>
            <a:xfrm>
              <a:off x="15146788" y="2384543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8" name="CaixaDeTexto 157">
              <a:extLst>
                <a:ext uri="{FF2B5EF4-FFF2-40B4-BE49-F238E27FC236}">
                  <a16:creationId xmlns:a16="http://schemas.microsoft.com/office/drawing/2014/main" id="{36B32E0D-615D-8A65-07C2-2867187DC548}"/>
                </a:ext>
              </a:extLst>
            </p:cNvPr>
            <p:cNvSpPr txBox="1"/>
            <p:nvPr/>
          </p:nvSpPr>
          <p:spPr>
            <a:xfrm>
              <a:off x="16080223" y="25645575"/>
              <a:ext cx="1244600" cy="1346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C7931BB2-493F-B0B7-B070-84506B5AF870}"/>
                </a:ext>
              </a:extLst>
            </p:cNvPr>
            <p:cNvSpPr txBox="1"/>
            <p:nvPr/>
          </p:nvSpPr>
          <p:spPr>
            <a:xfrm>
              <a:off x="12986025" y="24786210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87306324-E154-1FE4-666E-D3DCE1D7B626}"/>
              </a:ext>
            </a:extLst>
          </p:cNvPr>
          <p:cNvGrpSpPr/>
          <p:nvPr/>
        </p:nvGrpSpPr>
        <p:grpSpPr>
          <a:xfrm>
            <a:off x="8527838" y="5105369"/>
            <a:ext cx="3345265" cy="3747763"/>
            <a:chOff x="8127203" y="19287360"/>
            <a:chExt cx="4181704" cy="4684841"/>
          </a:xfrm>
        </p:grpSpPr>
        <p:sp>
          <p:nvSpPr>
            <p:cNvPr id="161" name="Retângulo 160">
              <a:extLst>
                <a:ext uri="{FF2B5EF4-FFF2-40B4-BE49-F238E27FC236}">
                  <a16:creationId xmlns:a16="http://schemas.microsoft.com/office/drawing/2014/main" id="{9846AAAD-F9E6-3608-9E06-EEBC3996BDC8}"/>
                </a:ext>
              </a:extLst>
            </p:cNvPr>
            <p:cNvSpPr/>
            <p:nvPr/>
          </p:nvSpPr>
          <p:spPr>
            <a:xfrm>
              <a:off x="8127203" y="19793901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B4F8B1AD-8685-F81C-1FBD-00F847128AC4}"/>
                </a:ext>
              </a:extLst>
            </p:cNvPr>
            <p:cNvSpPr txBox="1"/>
            <p:nvPr/>
          </p:nvSpPr>
          <p:spPr>
            <a:xfrm>
              <a:off x="10470406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436DA1CE-6A1B-1505-F496-9C2D2B78E53D}"/>
                </a:ext>
              </a:extLst>
            </p:cNvPr>
            <p:cNvSpPr txBox="1"/>
            <p:nvPr/>
          </p:nvSpPr>
          <p:spPr>
            <a:xfrm>
              <a:off x="8130607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64" name="CaixaDeTexto 163">
              <a:extLst>
                <a:ext uri="{FF2B5EF4-FFF2-40B4-BE49-F238E27FC236}">
                  <a16:creationId xmlns:a16="http://schemas.microsoft.com/office/drawing/2014/main" id="{51C54F8A-FD32-0C77-0A9F-2BF701F1A2CF}"/>
                </a:ext>
              </a:extLst>
            </p:cNvPr>
            <p:cNvSpPr txBox="1"/>
            <p:nvPr/>
          </p:nvSpPr>
          <p:spPr>
            <a:xfrm>
              <a:off x="8304656" y="20139230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9A8007EA-6B20-805E-98EB-32F09CA2F712}"/>
                </a:ext>
              </a:extLst>
            </p:cNvPr>
            <p:cNvSpPr/>
            <p:nvPr/>
          </p:nvSpPr>
          <p:spPr>
            <a:xfrm>
              <a:off x="10051902" y="21716584"/>
              <a:ext cx="309600" cy="3096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CF35E950-0AF8-D49E-FB92-A7D10C15B438}"/>
              </a:ext>
            </a:extLst>
          </p:cNvPr>
          <p:cNvGrpSpPr/>
          <p:nvPr/>
        </p:nvGrpSpPr>
        <p:grpSpPr>
          <a:xfrm>
            <a:off x="16505955" y="5112210"/>
            <a:ext cx="3373167" cy="3740414"/>
            <a:chOff x="20566550" y="11863159"/>
            <a:chExt cx="4216583" cy="4675655"/>
          </a:xfrm>
        </p:grpSpPr>
        <p:sp>
          <p:nvSpPr>
            <p:cNvPr id="167" name="Retângulo 166">
              <a:extLst>
                <a:ext uri="{FF2B5EF4-FFF2-40B4-BE49-F238E27FC236}">
                  <a16:creationId xmlns:a16="http://schemas.microsoft.com/office/drawing/2014/main" id="{5B4FDC4D-9C52-BFF1-3CE8-F053A358F5EA}"/>
                </a:ext>
              </a:extLst>
            </p:cNvPr>
            <p:cNvSpPr/>
            <p:nvPr/>
          </p:nvSpPr>
          <p:spPr>
            <a:xfrm>
              <a:off x="20604833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9FE8065-9CF0-D6BF-CA2F-7DD5C14E6DCA}"/>
                </a:ext>
              </a:extLst>
            </p:cNvPr>
            <p:cNvSpPr/>
            <p:nvPr/>
          </p:nvSpPr>
          <p:spPr>
            <a:xfrm>
              <a:off x="21174300" y="12814324"/>
              <a:ext cx="2962800" cy="29628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9" name="CaixaDeTexto 168">
              <a:extLst>
                <a:ext uri="{FF2B5EF4-FFF2-40B4-BE49-F238E27FC236}">
                  <a16:creationId xmlns:a16="http://schemas.microsoft.com/office/drawing/2014/main" id="{2B853253-3E1A-F900-A613-61D3A3E9EE5C}"/>
                </a:ext>
              </a:extLst>
            </p:cNvPr>
            <p:cNvSpPr txBox="1"/>
            <p:nvPr/>
          </p:nvSpPr>
          <p:spPr>
            <a:xfrm>
              <a:off x="22851981" y="1186315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70" name="CaixaDeTexto 169">
              <a:extLst>
                <a:ext uri="{FF2B5EF4-FFF2-40B4-BE49-F238E27FC236}">
                  <a16:creationId xmlns:a16="http://schemas.microsoft.com/office/drawing/2014/main" id="{DD3F66E7-389C-F59D-C059-6BC2020815CD}"/>
                </a:ext>
              </a:extLst>
            </p:cNvPr>
            <p:cNvSpPr txBox="1"/>
            <p:nvPr/>
          </p:nvSpPr>
          <p:spPr>
            <a:xfrm>
              <a:off x="20566550" y="15697578"/>
              <a:ext cx="4178301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1" name="CaixaDeTexto 170">
              <a:extLst>
                <a:ext uri="{FF2B5EF4-FFF2-40B4-BE49-F238E27FC236}">
                  <a16:creationId xmlns:a16="http://schemas.microsoft.com/office/drawing/2014/main" id="{9084806F-B605-DAC1-D982-F04EA5E6A24D}"/>
                </a:ext>
              </a:extLst>
            </p:cNvPr>
            <p:cNvSpPr txBox="1"/>
            <p:nvPr/>
          </p:nvSpPr>
          <p:spPr>
            <a:xfrm>
              <a:off x="20808523" y="1271976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928AB578-D8E5-B336-074E-80A7463E71FA}"/>
              </a:ext>
            </a:extLst>
          </p:cNvPr>
          <p:cNvGrpSpPr/>
          <p:nvPr/>
        </p:nvGrpSpPr>
        <p:grpSpPr>
          <a:xfrm>
            <a:off x="16505850" y="1404895"/>
            <a:ext cx="3342646" cy="3734581"/>
            <a:chOff x="20566420" y="7228880"/>
            <a:chExt cx="4178430" cy="4668364"/>
          </a:xfrm>
        </p:grpSpPr>
        <p:sp>
          <p:nvSpPr>
            <p:cNvPr id="173" name="Retângulo 172">
              <a:extLst>
                <a:ext uri="{FF2B5EF4-FFF2-40B4-BE49-F238E27FC236}">
                  <a16:creationId xmlns:a16="http://schemas.microsoft.com/office/drawing/2014/main" id="{AFC018EE-CB1A-F4DA-0732-D2FE9B3252F5}"/>
                </a:ext>
              </a:extLst>
            </p:cNvPr>
            <p:cNvSpPr/>
            <p:nvPr/>
          </p:nvSpPr>
          <p:spPr>
            <a:xfrm>
              <a:off x="20566420" y="771894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617E8252-6B8D-4937-9D42-D8ACC32CB673}"/>
                </a:ext>
              </a:extLst>
            </p:cNvPr>
            <p:cNvSpPr txBox="1"/>
            <p:nvPr/>
          </p:nvSpPr>
          <p:spPr>
            <a:xfrm>
              <a:off x="22966282" y="722888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75" name="CaixaDeTexto 174">
              <a:extLst>
                <a:ext uri="{FF2B5EF4-FFF2-40B4-BE49-F238E27FC236}">
                  <a16:creationId xmlns:a16="http://schemas.microsoft.com/office/drawing/2014/main" id="{517A679F-E5DA-3517-8E18-111B56960CE8}"/>
                </a:ext>
              </a:extLst>
            </p:cNvPr>
            <p:cNvSpPr txBox="1"/>
            <p:nvPr/>
          </p:nvSpPr>
          <p:spPr>
            <a:xfrm>
              <a:off x="20566550" y="1106329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6" name="CaixaDeTexto 175">
              <a:extLst>
                <a:ext uri="{FF2B5EF4-FFF2-40B4-BE49-F238E27FC236}">
                  <a16:creationId xmlns:a16="http://schemas.microsoft.com/office/drawing/2014/main" id="{13EC0C26-C437-2016-003E-CFA8BDA87B93}"/>
                </a:ext>
              </a:extLst>
            </p:cNvPr>
            <p:cNvSpPr txBox="1"/>
            <p:nvPr/>
          </p:nvSpPr>
          <p:spPr>
            <a:xfrm>
              <a:off x="20790087" y="8085485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72AA023D-17BA-7C7F-12FD-C3D1A627C106}"/>
              </a:ext>
            </a:extLst>
          </p:cNvPr>
          <p:cNvGrpSpPr/>
          <p:nvPr/>
        </p:nvGrpSpPr>
        <p:grpSpPr>
          <a:xfrm>
            <a:off x="20214935" y="1399308"/>
            <a:ext cx="3342668" cy="3740414"/>
            <a:chOff x="29862542" y="7228880"/>
            <a:chExt cx="4178458" cy="4675655"/>
          </a:xfrm>
        </p:grpSpPr>
        <p:sp>
          <p:nvSpPr>
            <p:cNvPr id="178" name="Retângulo 177">
              <a:extLst>
                <a:ext uri="{FF2B5EF4-FFF2-40B4-BE49-F238E27FC236}">
                  <a16:creationId xmlns:a16="http://schemas.microsoft.com/office/drawing/2014/main" id="{4464FB4E-B4A6-ECB9-A5A2-5DC25670B033}"/>
                </a:ext>
              </a:extLst>
            </p:cNvPr>
            <p:cNvSpPr/>
            <p:nvPr/>
          </p:nvSpPr>
          <p:spPr>
            <a:xfrm>
              <a:off x="29862542" y="7726235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9" name="CaixaDeTexto 178">
              <a:extLst>
                <a:ext uri="{FF2B5EF4-FFF2-40B4-BE49-F238E27FC236}">
                  <a16:creationId xmlns:a16="http://schemas.microsoft.com/office/drawing/2014/main" id="{A3E22931-4CD3-D669-C68A-6A11EE465BBE}"/>
                </a:ext>
              </a:extLst>
            </p:cNvPr>
            <p:cNvSpPr txBox="1"/>
            <p:nvPr/>
          </p:nvSpPr>
          <p:spPr>
            <a:xfrm>
              <a:off x="32307681" y="722888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g</a:t>
              </a:r>
            </a:p>
          </p:txBody>
        </p:sp>
        <p:sp>
          <p:nvSpPr>
            <p:cNvPr id="180" name="CaixaDeTexto 179">
              <a:extLst>
                <a:ext uri="{FF2B5EF4-FFF2-40B4-BE49-F238E27FC236}">
                  <a16:creationId xmlns:a16="http://schemas.microsoft.com/office/drawing/2014/main" id="{8AC5ECD8-FC71-600E-57BE-B3CFDE7003EE}"/>
                </a:ext>
              </a:extLst>
            </p:cNvPr>
            <p:cNvSpPr txBox="1"/>
            <p:nvPr/>
          </p:nvSpPr>
          <p:spPr>
            <a:xfrm>
              <a:off x="29862700" y="1106329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Gluon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1" name="CaixaDeTexto 180">
              <a:extLst>
                <a:ext uri="{FF2B5EF4-FFF2-40B4-BE49-F238E27FC236}">
                  <a16:creationId xmlns:a16="http://schemas.microsoft.com/office/drawing/2014/main" id="{A17CDB02-176A-A407-6F2B-886CF88494F6}"/>
                </a:ext>
              </a:extLst>
            </p:cNvPr>
            <p:cNvSpPr txBox="1"/>
            <p:nvPr/>
          </p:nvSpPr>
          <p:spPr>
            <a:xfrm>
              <a:off x="30054465" y="8053538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82" name="Agrupar 181">
            <a:extLst>
              <a:ext uri="{FF2B5EF4-FFF2-40B4-BE49-F238E27FC236}">
                <a16:creationId xmlns:a16="http://schemas.microsoft.com/office/drawing/2014/main" id="{3D6753C8-CF87-9A4E-8194-9003AB7A8FF0}"/>
              </a:ext>
            </a:extLst>
          </p:cNvPr>
          <p:cNvGrpSpPr/>
          <p:nvPr/>
        </p:nvGrpSpPr>
        <p:grpSpPr>
          <a:xfrm>
            <a:off x="20216887" y="5110831"/>
            <a:ext cx="3342668" cy="3740414"/>
            <a:chOff x="29767292" y="11863159"/>
            <a:chExt cx="4178458" cy="4675655"/>
          </a:xfrm>
        </p:grpSpPr>
        <p:sp>
          <p:nvSpPr>
            <p:cNvPr id="183" name="Retângulo 182">
              <a:extLst>
                <a:ext uri="{FF2B5EF4-FFF2-40B4-BE49-F238E27FC236}">
                  <a16:creationId xmlns:a16="http://schemas.microsoft.com/office/drawing/2014/main" id="{07A52F5C-7AC0-6D22-4BF1-1FDB95B4393E}"/>
                </a:ext>
              </a:extLst>
            </p:cNvPr>
            <p:cNvSpPr/>
            <p:nvPr/>
          </p:nvSpPr>
          <p:spPr>
            <a:xfrm>
              <a:off x="29767292" y="12360514"/>
              <a:ext cx="4178300" cy="4178300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4" name="CaixaDeTexto 183">
              <a:extLst>
                <a:ext uri="{FF2B5EF4-FFF2-40B4-BE49-F238E27FC236}">
                  <a16:creationId xmlns:a16="http://schemas.microsoft.com/office/drawing/2014/main" id="{94DD6B09-B7B1-52D4-9A2A-9EB61D20D428}"/>
                </a:ext>
              </a:extLst>
            </p:cNvPr>
            <p:cNvSpPr txBox="1"/>
            <p:nvPr/>
          </p:nvSpPr>
          <p:spPr>
            <a:xfrm>
              <a:off x="29767450" y="15697578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E417601D-D51C-4C2D-6A76-BCA1D1D55E2E}"/>
                </a:ext>
              </a:extLst>
            </p:cNvPr>
            <p:cNvSpPr/>
            <p:nvPr/>
          </p:nvSpPr>
          <p:spPr>
            <a:xfrm>
              <a:off x="30495956" y="12878419"/>
              <a:ext cx="2840400" cy="284040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6" name="CaixaDeTexto 185">
              <a:extLst>
                <a:ext uri="{FF2B5EF4-FFF2-40B4-BE49-F238E27FC236}">
                  <a16:creationId xmlns:a16="http://schemas.microsoft.com/office/drawing/2014/main" id="{A5740773-A756-0B03-A2A4-650179BAC00B}"/>
                </a:ext>
              </a:extLst>
            </p:cNvPr>
            <p:cNvSpPr txBox="1"/>
            <p:nvPr/>
          </p:nvSpPr>
          <p:spPr>
            <a:xfrm>
              <a:off x="31062281" y="11863159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CaixaDeTexto 186">
                  <a:extLst>
                    <a:ext uri="{FF2B5EF4-FFF2-40B4-BE49-F238E27FC236}">
                      <a16:creationId xmlns:a16="http://schemas.microsoft.com/office/drawing/2014/main" id="{A18A2633-FDA8-D187-8A28-5FB778DD3CF3}"/>
                    </a:ext>
                  </a:extLst>
                </p:cNvPr>
                <p:cNvSpPr txBox="1"/>
                <p:nvPr/>
              </p:nvSpPr>
              <p:spPr>
                <a:xfrm>
                  <a:off x="29942101" y="12705843"/>
                  <a:ext cx="1447800" cy="730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87" name="CaixaDeTexto 186">
                  <a:extLst>
                    <a:ext uri="{FF2B5EF4-FFF2-40B4-BE49-F238E27FC236}">
                      <a16:creationId xmlns:a16="http://schemas.microsoft.com/office/drawing/2014/main" id="{A18A2633-FDA8-D187-8A28-5FB778DD3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2101" y="12705843"/>
                  <a:ext cx="1447800" cy="730990"/>
                </a:xfrm>
                <a:prstGeom prst="rect">
                  <a:avLst/>
                </a:prstGeom>
                <a:blipFill>
                  <a:blip r:embed="rId8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56C93505-6D2C-198D-F4FD-ECD3207206E0}"/>
              </a:ext>
            </a:extLst>
          </p:cNvPr>
          <p:cNvGrpSpPr/>
          <p:nvPr/>
        </p:nvGrpSpPr>
        <p:grpSpPr>
          <a:xfrm>
            <a:off x="24057355" y="1389691"/>
            <a:ext cx="3373167" cy="3740414"/>
            <a:chOff x="20566420" y="17085527"/>
            <a:chExt cx="4216583" cy="4675655"/>
          </a:xfrm>
        </p:grpSpPr>
        <p:sp>
          <p:nvSpPr>
            <p:cNvPr id="189" name="Retângulo 188">
              <a:extLst>
                <a:ext uri="{FF2B5EF4-FFF2-40B4-BE49-F238E27FC236}">
                  <a16:creationId xmlns:a16="http://schemas.microsoft.com/office/drawing/2014/main" id="{8CD83D5D-EF20-A959-2CD7-29280344AE4A}"/>
                </a:ext>
              </a:extLst>
            </p:cNvPr>
            <p:cNvSpPr/>
            <p:nvPr/>
          </p:nvSpPr>
          <p:spPr>
            <a:xfrm>
              <a:off x="20604703" y="17582882"/>
              <a:ext cx="4178300" cy="4178300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8F4F034A-B3A0-F152-5F11-24DA0F6F115F}"/>
                </a:ext>
              </a:extLst>
            </p:cNvPr>
            <p:cNvSpPr/>
            <p:nvPr/>
          </p:nvSpPr>
          <p:spPr>
            <a:xfrm>
              <a:off x="21008570" y="18025032"/>
              <a:ext cx="3294000" cy="3294000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id="{D5900BCC-8DE4-7441-20B1-2D91515119EF}"/>
                </a:ext>
              </a:extLst>
            </p:cNvPr>
            <p:cNvSpPr txBox="1"/>
            <p:nvPr/>
          </p:nvSpPr>
          <p:spPr>
            <a:xfrm>
              <a:off x="22586378" y="17085527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192" name="CaixaDeTexto 191">
              <a:extLst>
                <a:ext uri="{FF2B5EF4-FFF2-40B4-BE49-F238E27FC236}">
                  <a16:creationId xmlns:a16="http://schemas.microsoft.com/office/drawing/2014/main" id="{AA98031A-837F-9502-7104-FBF6FA905A1C}"/>
                </a:ext>
              </a:extLst>
            </p:cNvPr>
            <p:cNvSpPr txBox="1"/>
            <p:nvPr/>
          </p:nvSpPr>
          <p:spPr>
            <a:xfrm>
              <a:off x="20566420" y="20919946"/>
              <a:ext cx="4178301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3" name="CaixaDeTexto 192">
              <a:extLst>
                <a:ext uri="{FF2B5EF4-FFF2-40B4-BE49-F238E27FC236}">
                  <a16:creationId xmlns:a16="http://schemas.microsoft.com/office/drawing/2014/main" id="{5BB05CEA-4EF3-7B1D-866C-EB8F562C7C68}"/>
                </a:ext>
              </a:extLst>
            </p:cNvPr>
            <p:cNvSpPr txBox="1"/>
            <p:nvPr/>
          </p:nvSpPr>
          <p:spPr>
            <a:xfrm>
              <a:off x="20808393" y="17942132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D5CE0418-356D-4657-F9CC-B06AA4CFED2A}"/>
              </a:ext>
            </a:extLst>
          </p:cNvPr>
          <p:cNvGrpSpPr/>
          <p:nvPr/>
        </p:nvGrpSpPr>
        <p:grpSpPr>
          <a:xfrm>
            <a:off x="8526404" y="1399029"/>
            <a:ext cx="3342542" cy="3746787"/>
            <a:chOff x="3491764" y="19287360"/>
            <a:chExt cx="4178300" cy="4683622"/>
          </a:xfrm>
        </p:grpSpPr>
        <p:sp>
          <p:nvSpPr>
            <p:cNvPr id="195" name="Retângulo 194">
              <a:extLst>
                <a:ext uri="{FF2B5EF4-FFF2-40B4-BE49-F238E27FC236}">
                  <a16:creationId xmlns:a16="http://schemas.microsoft.com/office/drawing/2014/main" id="{D5B1C8BB-1C8C-B73B-1D6C-CD876DA77D3D}"/>
                </a:ext>
              </a:extLst>
            </p:cNvPr>
            <p:cNvSpPr/>
            <p:nvPr/>
          </p:nvSpPr>
          <p:spPr>
            <a:xfrm>
              <a:off x="3491764" y="19792682"/>
              <a:ext cx="4178300" cy="41783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D550FDC-0B17-DA1A-A875-1BCB80EFCAEE}"/>
                </a:ext>
              </a:extLst>
            </p:cNvPr>
            <p:cNvSpPr/>
            <p:nvPr/>
          </p:nvSpPr>
          <p:spPr>
            <a:xfrm>
              <a:off x="5478520" y="21881832"/>
              <a:ext cx="54000" cy="54000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7" name="CaixaDeTexto 196">
              <a:extLst>
                <a:ext uri="{FF2B5EF4-FFF2-40B4-BE49-F238E27FC236}">
                  <a16:creationId xmlns:a16="http://schemas.microsoft.com/office/drawing/2014/main" id="{1667E429-6FBC-6685-516C-B41B34ECC8B4}"/>
                </a:ext>
              </a:extLst>
            </p:cNvPr>
            <p:cNvSpPr txBox="1"/>
            <p:nvPr/>
          </p:nvSpPr>
          <p:spPr>
            <a:xfrm>
              <a:off x="5891496" y="19287360"/>
              <a:ext cx="1244600" cy="317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98" name="CaixaDeTexto 197">
              <a:extLst>
                <a:ext uri="{FF2B5EF4-FFF2-40B4-BE49-F238E27FC236}">
                  <a16:creationId xmlns:a16="http://schemas.microsoft.com/office/drawing/2014/main" id="{86BB2104-6B87-E9D2-48CC-61B7458D40D1}"/>
                </a:ext>
              </a:extLst>
            </p:cNvPr>
            <p:cNvSpPr txBox="1"/>
            <p:nvPr/>
          </p:nvSpPr>
          <p:spPr>
            <a:xfrm>
              <a:off x="3491764" y="23121779"/>
              <a:ext cx="41783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9" name="CaixaDeTexto 198">
              <a:extLst>
                <a:ext uri="{FF2B5EF4-FFF2-40B4-BE49-F238E27FC236}">
                  <a16:creationId xmlns:a16="http://schemas.microsoft.com/office/drawing/2014/main" id="{14101B43-9E51-B960-CB8F-26DD9D355E27}"/>
                </a:ext>
              </a:extLst>
            </p:cNvPr>
            <p:cNvSpPr txBox="1"/>
            <p:nvPr/>
          </p:nvSpPr>
          <p:spPr>
            <a:xfrm>
              <a:off x="3669217" y="20130044"/>
              <a:ext cx="1447800" cy="730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14932167-FC58-3947-E6B1-5BFC77A2AEFA}"/>
              </a:ext>
            </a:extLst>
          </p:cNvPr>
          <p:cNvSpPr txBox="1"/>
          <p:nvPr/>
        </p:nvSpPr>
        <p:spPr>
          <a:xfrm>
            <a:off x="2807930" y="1391325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738FC957-AD64-ABCF-B282-27D6D3FD19D2}"/>
              </a:ext>
            </a:extLst>
          </p:cNvPr>
          <p:cNvSpPr txBox="1"/>
          <p:nvPr/>
        </p:nvSpPr>
        <p:spPr>
          <a:xfrm>
            <a:off x="6419051" y="1409387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7D0908-603F-6ABB-4DAB-4AFDE4066708}"/>
              </a:ext>
            </a:extLst>
          </p:cNvPr>
          <p:cNvSpPr txBox="1"/>
          <p:nvPr/>
        </p:nvSpPr>
        <p:spPr>
          <a:xfrm>
            <a:off x="5120640" y="2871862"/>
            <a:ext cx="22105418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3900" dirty="0">
                <a:solidFill>
                  <a:srgbClr val="FF0000"/>
                </a:solidFill>
              </a:rPr>
              <a:t>POSIÇÕES MAL</a:t>
            </a:r>
          </a:p>
        </p:txBody>
      </p:sp>
    </p:spTree>
    <p:extLst>
      <p:ext uri="{BB962C8B-B14F-4D97-AF65-F5344CB8AC3E}">
        <p14:creationId xmlns:p14="http://schemas.microsoft.com/office/powerpoint/2010/main" val="88543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9499071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13307771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401928" y="11244710"/>
            <a:ext cx="540861" cy="3550329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3703165" y="13302267"/>
            <a:ext cx="393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C768BC1E-3A89-9D48-19C5-B9C79ACF4729}"/>
              </a:ext>
            </a:extLst>
          </p:cNvPr>
          <p:cNvGrpSpPr/>
          <p:nvPr/>
        </p:nvGrpSpPr>
        <p:grpSpPr>
          <a:xfrm>
            <a:off x="8523223" y="8796075"/>
            <a:ext cx="3346034" cy="3746547"/>
            <a:chOff x="8554973" y="8799414"/>
            <a:chExt cx="3346034" cy="3746547"/>
          </a:xfrm>
        </p:grpSpPr>
        <p:sp>
          <p:nvSpPr>
            <p:cNvPr id="140" name="Retângulo 139">
              <a:extLst>
                <a:ext uri="{FF2B5EF4-FFF2-40B4-BE49-F238E27FC236}">
                  <a16:creationId xmlns:a16="http://schemas.microsoft.com/office/drawing/2014/main" id="{50864675-2092-DC28-B07D-8535A87D883E}"/>
                </a:ext>
              </a:extLst>
            </p:cNvPr>
            <p:cNvSpPr/>
            <p:nvPr/>
          </p:nvSpPr>
          <p:spPr>
            <a:xfrm>
              <a:off x="8558465" y="9203420"/>
              <a:ext cx="3342542" cy="3342541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5624A46-9370-48D3-3627-7E02E76AB0E6}"/>
                </a:ext>
              </a:extLst>
            </p:cNvPr>
            <p:cNvSpPr/>
            <p:nvPr/>
          </p:nvSpPr>
          <p:spPr>
            <a:xfrm>
              <a:off x="9908013" y="10556700"/>
              <a:ext cx="636461" cy="636461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03725476-2391-C920-689F-42B4FB43DA27}"/>
                </a:ext>
              </a:extLst>
            </p:cNvPr>
            <p:cNvSpPr txBox="1"/>
            <p:nvPr/>
          </p:nvSpPr>
          <p:spPr>
            <a:xfrm>
              <a:off x="10682283" y="879941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36996447-5B6B-547B-CE4C-276437D68A4F}"/>
                </a:ext>
              </a:extLst>
            </p:cNvPr>
            <p:cNvSpPr txBox="1"/>
            <p:nvPr/>
          </p:nvSpPr>
          <p:spPr>
            <a:xfrm>
              <a:off x="8554973" y="1186685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B6272A04-A75F-7578-FF3D-58528442AB63}"/>
                </a:ext>
              </a:extLst>
            </p:cNvPr>
            <p:cNvSpPr txBox="1"/>
            <p:nvPr/>
          </p:nvSpPr>
          <p:spPr>
            <a:xfrm>
              <a:off x="8700423" y="94799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3E26DB0-3DE5-6F98-3F4F-B3818EF54BB8}"/>
              </a:ext>
            </a:extLst>
          </p:cNvPr>
          <p:cNvGrpSpPr/>
          <p:nvPr/>
        </p:nvGrpSpPr>
        <p:grpSpPr>
          <a:xfrm>
            <a:off x="12234101" y="1332450"/>
            <a:ext cx="3646866" cy="3773888"/>
            <a:chOff x="12226481" y="1361637"/>
            <a:chExt cx="3646866" cy="4029607"/>
          </a:xfrm>
        </p:grpSpPr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1DC33FBA-BA96-9CAE-A8BF-C282AB3631F6}"/>
                </a:ext>
              </a:extLst>
            </p:cNvPr>
            <p:cNvSpPr/>
            <p:nvPr/>
          </p:nvSpPr>
          <p:spPr>
            <a:xfrm>
              <a:off x="12226481" y="1820227"/>
              <a:ext cx="3342542" cy="3571017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D81ABFCA-8DEB-01C4-4DE9-E0256BAF36F6}"/>
                </a:ext>
              </a:extLst>
            </p:cNvPr>
            <p:cNvSpPr txBox="1"/>
            <p:nvPr/>
          </p:nvSpPr>
          <p:spPr>
            <a:xfrm>
              <a:off x="14130970" y="136163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DA7E1C1A-2BC7-BC8E-384C-C59FCB59C686}"/>
                </a:ext>
              </a:extLst>
            </p:cNvPr>
            <p:cNvSpPr txBox="1"/>
            <p:nvPr/>
          </p:nvSpPr>
          <p:spPr>
            <a:xfrm>
              <a:off x="12226481" y="469769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0BC0196-7745-1E2E-AA8E-CACCEC957828}"/>
                </a:ext>
              </a:extLst>
            </p:cNvPr>
            <p:cNvSpPr txBox="1"/>
            <p:nvPr/>
          </p:nvSpPr>
          <p:spPr>
            <a:xfrm>
              <a:off x="14877696" y="2801703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7EC3209-4D3F-C1B7-230D-05818DFAE7D1}"/>
                </a:ext>
              </a:extLst>
            </p:cNvPr>
            <p:cNvSpPr txBox="1"/>
            <p:nvPr/>
          </p:nvSpPr>
          <p:spPr>
            <a:xfrm>
              <a:off x="12398918" y="21078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FBBBB3C-F08F-D73D-C94C-AB94101A4F63}"/>
              </a:ext>
            </a:extLst>
          </p:cNvPr>
          <p:cNvGrpSpPr/>
          <p:nvPr/>
        </p:nvGrpSpPr>
        <p:grpSpPr>
          <a:xfrm>
            <a:off x="12232954" y="5041720"/>
            <a:ext cx="3646866" cy="3801132"/>
            <a:chOff x="12237717" y="5050743"/>
            <a:chExt cx="3646866" cy="3801132"/>
          </a:xfrm>
        </p:grpSpPr>
        <p:sp>
          <p:nvSpPr>
            <p:cNvPr id="152" name="Retângulo 151">
              <a:extLst>
                <a:ext uri="{FF2B5EF4-FFF2-40B4-BE49-F238E27FC236}">
                  <a16:creationId xmlns:a16="http://schemas.microsoft.com/office/drawing/2014/main" id="{8BAFD740-A233-F3A4-055F-C3CD25E16E59}"/>
                </a:ext>
              </a:extLst>
            </p:cNvPr>
            <p:cNvSpPr/>
            <p:nvPr/>
          </p:nvSpPr>
          <p:spPr>
            <a:xfrm>
              <a:off x="12237717" y="5509333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1CD85DBA-9C51-C3E6-59BA-13D78AF1A23F}"/>
                </a:ext>
              </a:extLst>
            </p:cNvPr>
            <p:cNvSpPr txBox="1"/>
            <p:nvPr/>
          </p:nvSpPr>
          <p:spPr>
            <a:xfrm>
              <a:off x="12237717" y="817914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3656A65F-84B6-FB22-6659-4ABBFB0882F5}"/>
                </a:ext>
              </a:extLst>
            </p:cNvPr>
            <p:cNvSpPr txBox="1"/>
            <p:nvPr/>
          </p:nvSpPr>
          <p:spPr>
            <a:xfrm>
              <a:off x="14142206" y="5050743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7F7257C0-D370-28E4-A746-DFB439406B82}"/>
                </a:ext>
              </a:extLst>
            </p:cNvPr>
            <p:cNvSpPr txBox="1"/>
            <p:nvPr/>
          </p:nvSpPr>
          <p:spPr>
            <a:xfrm>
              <a:off x="14888932" y="6490809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DD28FD21-B8AB-E34A-9F60-359ADD9079F0}"/>
                </a:ext>
              </a:extLst>
            </p:cNvPr>
            <p:cNvSpPr txBox="1"/>
            <p:nvPr/>
          </p:nvSpPr>
          <p:spPr>
            <a:xfrm>
              <a:off x="12407431" y="580431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EAD92E1-8805-27D9-8627-59787DF38598}"/>
              </a:ext>
            </a:extLst>
          </p:cNvPr>
          <p:cNvGrpSpPr/>
          <p:nvPr/>
        </p:nvGrpSpPr>
        <p:grpSpPr>
          <a:xfrm>
            <a:off x="12236329" y="8744640"/>
            <a:ext cx="3646866" cy="3801132"/>
            <a:chOff x="12250618" y="8745196"/>
            <a:chExt cx="3646866" cy="3801132"/>
          </a:xfrm>
        </p:grpSpPr>
        <p:sp>
          <p:nvSpPr>
            <p:cNvPr id="158" name="Retângulo 157">
              <a:extLst>
                <a:ext uri="{FF2B5EF4-FFF2-40B4-BE49-F238E27FC236}">
                  <a16:creationId xmlns:a16="http://schemas.microsoft.com/office/drawing/2014/main" id="{27D68471-E1B7-C7D7-AC73-266786828AC7}"/>
                </a:ext>
              </a:extLst>
            </p:cNvPr>
            <p:cNvSpPr/>
            <p:nvPr/>
          </p:nvSpPr>
          <p:spPr>
            <a:xfrm>
              <a:off x="12250618" y="9203786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CC926C4E-63F2-B808-1B77-6DFB1024FE2D}"/>
                </a:ext>
              </a:extLst>
            </p:cNvPr>
            <p:cNvSpPr txBox="1"/>
            <p:nvPr/>
          </p:nvSpPr>
          <p:spPr>
            <a:xfrm>
              <a:off x="12250618" y="118735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EEAB6430-758B-6300-7965-C1CC6F6EC75F}"/>
                </a:ext>
              </a:extLst>
            </p:cNvPr>
            <p:cNvSpPr txBox="1"/>
            <p:nvPr/>
          </p:nvSpPr>
          <p:spPr>
            <a:xfrm>
              <a:off x="14155107" y="8745196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EFDCF4AC-FB1D-BEE7-BEA6-AE6C12201B82}"/>
                </a:ext>
              </a:extLst>
            </p:cNvPr>
            <p:cNvSpPr txBox="1"/>
            <p:nvPr/>
          </p:nvSpPr>
          <p:spPr>
            <a:xfrm>
              <a:off x="14901833" y="10185262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844514BC-9655-BC9E-856C-299A5A68335B}"/>
                </a:ext>
              </a:extLst>
            </p:cNvPr>
            <p:cNvSpPr txBox="1"/>
            <p:nvPr/>
          </p:nvSpPr>
          <p:spPr>
            <a:xfrm>
              <a:off x="12426547" y="9497791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A6722A-D9C7-1D01-39EB-74ADD8F3CC9C}"/>
              </a:ext>
            </a:extLst>
          </p:cNvPr>
          <p:cNvGrpSpPr/>
          <p:nvPr/>
        </p:nvGrpSpPr>
        <p:grpSpPr>
          <a:xfrm>
            <a:off x="8527838" y="5097600"/>
            <a:ext cx="3345265" cy="3747523"/>
            <a:chOff x="8527838" y="5105369"/>
            <a:chExt cx="3345265" cy="3747523"/>
          </a:xfrm>
        </p:grpSpPr>
        <p:sp>
          <p:nvSpPr>
            <p:cNvPr id="164" name="Retângulo 163">
              <a:extLst>
                <a:ext uri="{FF2B5EF4-FFF2-40B4-BE49-F238E27FC236}">
                  <a16:creationId xmlns:a16="http://schemas.microsoft.com/office/drawing/2014/main" id="{F1618A34-523E-E1D9-B665-603C497A94A2}"/>
                </a:ext>
              </a:extLst>
            </p:cNvPr>
            <p:cNvSpPr/>
            <p:nvPr/>
          </p:nvSpPr>
          <p:spPr>
            <a:xfrm>
              <a:off x="8527838" y="5510350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EC0571D5-047A-9355-B8E4-C92D55C87FCE}"/>
                </a:ext>
              </a:extLst>
            </p:cNvPr>
            <p:cNvSpPr txBox="1"/>
            <p:nvPr/>
          </p:nvSpPr>
          <p:spPr>
            <a:xfrm>
              <a:off x="10402345" y="510536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6" name="CaixaDeTexto 165">
              <a:extLst>
                <a:ext uri="{FF2B5EF4-FFF2-40B4-BE49-F238E27FC236}">
                  <a16:creationId xmlns:a16="http://schemas.microsoft.com/office/drawing/2014/main" id="{04577866-3C26-8CE6-DA2F-EDD642DFB032}"/>
                </a:ext>
              </a:extLst>
            </p:cNvPr>
            <p:cNvSpPr txBox="1"/>
            <p:nvPr/>
          </p:nvSpPr>
          <p:spPr>
            <a:xfrm>
              <a:off x="8530561" y="817281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FEDB302F-98F5-147A-6971-93D1852490AF}"/>
                </a:ext>
              </a:extLst>
            </p:cNvPr>
            <p:cNvSpPr txBox="1"/>
            <p:nvPr/>
          </p:nvSpPr>
          <p:spPr>
            <a:xfrm>
              <a:off x="8669796" y="578684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EBEAFD5-F943-4F9C-5248-1C956204D704}"/>
                </a:ext>
              </a:extLst>
            </p:cNvPr>
            <p:cNvSpPr/>
            <p:nvPr/>
          </p:nvSpPr>
          <p:spPr>
            <a:xfrm>
              <a:off x="10067552" y="7048691"/>
              <a:ext cx="247673" cy="247673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FBCCA41-7AD9-C0CD-F14E-FCE12ADE4E73}"/>
              </a:ext>
            </a:extLst>
          </p:cNvPr>
          <p:cNvGrpSpPr/>
          <p:nvPr/>
        </p:nvGrpSpPr>
        <p:grpSpPr>
          <a:xfrm>
            <a:off x="16476927" y="5097600"/>
            <a:ext cx="3373167" cy="3738907"/>
            <a:chOff x="16505955" y="5112210"/>
            <a:chExt cx="3373167" cy="3738907"/>
          </a:xfrm>
        </p:grpSpPr>
        <p:sp>
          <p:nvSpPr>
            <p:cNvPr id="170" name="Retângulo 169">
              <a:extLst>
                <a:ext uri="{FF2B5EF4-FFF2-40B4-BE49-F238E27FC236}">
                  <a16:creationId xmlns:a16="http://schemas.microsoft.com/office/drawing/2014/main" id="{CC110E69-83CC-06E7-5197-0E67935DF80D}"/>
                </a:ext>
              </a:extLst>
            </p:cNvPr>
            <p:cNvSpPr/>
            <p:nvPr/>
          </p:nvSpPr>
          <p:spPr>
            <a:xfrm>
              <a:off x="16536580" y="5508575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51054F0-71AE-6545-91DD-B99CC40AA1C2}"/>
                </a:ext>
              </a:extLst>
            </p:cNvPr>
            <p:cNvSpPr/>
            <p:nvPr/>
          </p:nvSpPr>
          <p:spPr>
            <a:xfrm>
              <a:off x="16992141" y="5873120"/>
              <a:ext cx="2370170" cy="237017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E4B577C6-3819-330C-0A65-3AD2CD3DFD22}"/>
                </a:ext>
              </a:extLst>
            </p:cNvPr>
            <p:cNvSpPr txBox="1"/>
            <p:nvPr/>
          </p:nvSpPr>
          <p:spPr>
            <a:xfrm>
              <a:off x="18334246" y="5112210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C8D8C629-6AFD-D469-2DAD-55496991EEF2}"/>
                </a:ext>
              </a:extLst>
            </p:cNvPr>
            <p:cNvSpPr txBox="1"/>
            <p:nvPr/>
          </p:nvSpPr>
          <p:spPr>
            <a:xfrm>
              <a:off x="16505955" y="8179655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330A7384-6DCB-CCC9-122A-06925F8EC16F}"/>
                </a:ext>
              </a:extLst>
            </p:cNvPr>
            <p:cNvSpPr txBox="1"/>
            <p:nvPr/>
          </p:nvSpPr>
          <p:spPr>
            <a:xfrm>
              <a:off x="16699528" y="579747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C78172C-9A7E-7D94-B40E-5561BFA5D63B}"/>
              </a:ext>
            </a:extLst>
          </p:cNvPr>
          <p:cNvGrpSpPr/>
          <p:nvPr/>
        </p:nvGrpSpPr>
        <p:grpSpPr>
          <a:xfrm>
            <a:off x="16505850" y="1389600"/>
            <a:ext cx="3342646" cy="3734581"/>
            <a:chOff x="16505850" y="1404895"/>
            <a:chExt cx="3342646" cy="3734581"/>
          </a:xfrm>
        </p:grpSpPr>
        <p:sp>
          <p:nvSpPr>
            <p:cNvPr id="176" name="Retângulo 175">
              <a:extLst>
                <a:ext uri="{FF2B5EF4-FFF2-40B4-BE49-F238E27FC236}">
                  <a16:creationId xmlns:a16="http://schemas.microsoft.com/office/drawing/2014/main" id="{C49E23AD-8ED6-05C1-8CC8-4695C88A945E}"/>
                </a:ext>
              </a:extLst>
            </p:cNvPr>
            <p:cNvSpPr/>
            <p:nvPr/>
          </p:nvSpPr>
          <p:spPr>
            <a:xfrm>
              <a:off x="16505850" y="1796935"/>
              <a:ext cx="3342542" cy="3342541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A9F5D98A-D08D-7539-D41D-C47C24752B64}"/>
                </a:ext>
              </a:extLst>
            </p:cNvPr>
            <p:cNvSpPr txBox="1"/>
            <p:nvPr/>
          </p:nvSpPr>
          <p:spPr>
            <a:xfrm>
              <a:off x="18425683" y="1404895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2107DB64-2E85-DA63-4B6A-3E7A59427DDE}"/>
                </a:ext>
              </a:extLst>
            </p:cNvPr>
            <p:cNvSpPr txBox="1"/>
            <p:nvPr/>
          </p:nvSpPr>
          <p:spPr>
            <a:xfrm>
              <a:off x="16505954" y="447234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9" name="CaixaDeTexto 178">
              <a:extLst>
                <a:ext uri="{FF2B5EF4-FFF2-40B4-BE49-F238E27FC236}">
                  <a16:creationId xmlns:a16="http://schemas.microsoft.com/office/drawing/2014/main" id="{8E4BD172-1AD4-E6BB-3FE3-7C702DDA8506}"/>
                </a:ext>
              </a:extLst>
            </p:cNvPr>
            <p:cNvSpPr txBox="1"/>
            <p:nvPr/>
          </p:nvSpPr>
          <p:spPr>
            <a:xfrm>
              <a:off x="16684778" y="20901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A28508E-6F8D-884F-1D66-61DCFA6C7D8E}"/>
              </a:ext>
            </a:extLst>
          </p:cNvPr>
          <p:cNvGrpSpPr/>
          <p:nvPr/>
        </p:nvGrpSpPr>
        <p:grpSpPr>
          <a:xfrm>
            <a:off x="20214506" y="5097600"/>
            <a:ext cx="3342668" cy="3738907"/>
            <a:chOff x="20216887" y="5110831"/>
            <a:chExt cx="3342668" cy="3738907"/>
          </a:xfrm>
        </p:grpSpPr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02123318-CFEF-0FC0-FB31-18F4228E96ED}"/>
                </a:ext>
              </a:extLst>
            </p:cNvPr>
            <p:cNvSpPr/>
            <p:nvPr/>
          </p:nvSpPr>
          <p:spPr>
            <a:xfrm>
              <a:off x="20216887" y="5507196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5EC9A88D-B95A-3D2E-CA0B-4E2923178EA0}"/>
                </a:ext>
              </a:extLst>
            </p:cNvPr>
            <p:cNvSpPr txBox="1"/>
            <p:nvPr/>
          </p:nvSpPr>
          <p:spPr>
            <a:xfrm>
              <a:off x="20217013" y="817827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FBC62BBF-0F45-1EF8-546E-9DEDA40AE19C}"/>
                </a:ext>
              </a:extLst>
            </p:cNvPr>
            <p:cNvSpPr/>
            <p:nvPr/>
          </p:nvSpPr>
          <p:spPr>
            <a:xfrm>
              <a:off x="20799801" y="5923015"/>
              <a:ext cx="2272253" cy="2272253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1872C7CC-6692-3142-CE51-8229E7466004}"/>
                </a:ext>
              </a:extLst>
            </p:cNvPr>
            <p:cNvSpPr txBox="1"/>
            <p:nvPr/>
          </p:nvSpPr>
          <p:spPr>
            <a:xfrm>
              <a:off x="21252848" y="511083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/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blipFill>
                  <a:blip r:embed="rId6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F903E5-1DCE-7EDE-5E1A-8252191EA099}"/>
              </a:ext>
            </a:extLst>
          </p:cNvPr>
          <p:cNvGrpSpPr/>
          <p:nvPr/>
        </p:nvGrpSpPr>
        <p:grpSpPr>
          <a:xfrm>
            <a:off x="24104980" y="1389600"/>
            <a:ext cx="3373167" cy="3738907"/>
            <a:chOff x="24057355" y="1389691"/>
            <a:chExt cx="3373167" cy="3738907"/>
          </a:xfrm>
        </p:grpSpPr>
        <p:sp>
          <p:nvSpPr>
            <p:cNvPr id="192" name="Retângulo 191">
              <a:extLst>
                <a:ext uri="{FF2B5EF4-FFF2-40B4-BE49-F238E27FC236}">
                  <a16:creationId xmlns:a16="http://schemas.microsoft.com/office/drawing/2014/main" id="{CF8C5A5E-C9F9-8143-7D23-4AEF33326643}"/>
                </a:ext>
              </a:extLst>
            </p:cNvPr>
            <p:cNvSpPr/>
            <p:nvPr/>
          </p:nvSpPr>
          <p:spPr>
            <a:xfrm>
              <a:off x="24087980" y="1786056"/>
              <a:ext cx="3342542" cy="3342542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DBA2D4-9369-2B2E-9990-0600698722D9}"/>
                </a:ext>
              </a:extLst>
            </p:cNvPr>
            <p:cNvSpPr/>
            <p:nvPr/>
          </p:nvSpPr>
          <p:spPr>
            <a:xfrm>
              <a:off x="24411065" y="2141273"/>
              <a:ext cx="2635122" cy="2635123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CaixaDeTexto 193">
              <a:extLst>
                <a:ext uri="{FF2B5EF4-FFF2-40B4-BE49-F238E27FC236}">
                  <a16:creationId xmlns:a16="http://schemas.microsoft.com/office/drawing/2014/main" id="{7ECA0BFB-03F4-40AB-B701-6BE31D3104E1}"/>
                </a:ext>
              </a:extLst>
            </p:cNvPr>
            <p:cNvSpPr txBox="1"/>
            <p:nvPr/>
          </p:nvSpPr>
          <p:spPr>
            <a:xfrm>
              <a:off x="25673274" y="13896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195" name="CaixaDeTexto 194">
              <a:extLst>
                <a:ext uri="{FF2B5EF4-FFF2-40B4-BE49-F238E27FC236}">
                  <a16:creationId xmlns:a16="http://schemas.microsoft.com/office/drawing/2014/main" id="{7DDA4541-E3AC-B5EF-C0BB-FBAD93C119F2}"/>
                </a:ext>
              </a:extLst>
            </p:cNvPr>
            <p:cNvSpPr txBox="1"/>
            <p:nvPr/>
          </p:nvSpPr>
          <p:spPr>
            <a:xfrm>
              <a:off x="24057355" y="44571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6" name="CaixaDeTexto 195">
              <a:extLst>
                <a:ext uri="{FF2B5EF4-FFF2-40B4-BE49-F238E27FC236}">
                  <a16:creationId xmlns:a16="http://schemas.microsoft.com/office/drawing/2014/main" id="{3AD6E070-06D5-DFBB-5408-0FD9C10A9B06}"/>
                </a:ext>
              </a:extLst>
            </p:cNvPr>
            <p:cNvSpPr txBox="1"/>
            <p:nvPr/>
          </p:nvSpPr>
          <p:spPr>
            <a:xfrm>
              <a:off x="24250928" y="207495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9BFBD5F-AA93-44A2-7CB4-28D7B5AA841B}"/>
              </a:ext>
            </a:extLst>
          </p:cNvPr>
          <p:cNvGrpSpPr/>
          <p:nvPr/>
        </p:nvGrpSpPr>
        <p:grpSpPr>
          <a:xfrm>
            <a:off x="8526404" y="1389600"/>
            <a:ext cx="3342542" cy="3748406"/>
            <a:chOff x="8526404" y="1399029"/>
            <a:chExt cx="3342542" cy="3748406"/>
          </a:xfrm>
        </p:grpSpPr>
        <p:sp>
          <p:nvSpPr>
            <p:cNvPr id="198" name="Retângulo 197">
              <a:extLst>
                <a:ext uri="{FF2B5EF4-FFF2-40B4-BE49-F238E27FC236}">
                  <a16:creationId xmlns:a16="http://schemas.microsoft.com/office/drawing/2014/main" id="{7E1F13DA-3EB8-37F8-D3C5-9ACAED2378CE}"/>
                </a:ext>
              </a:extLst>
            </p:cNvPr>
            <p:cNvSpPr/>
            <p:nvPr/>
          </p:nvSpPr>
          <p:spPr>
            <a:xfrm>
              <a:off x="8526404" y="1803035"/>
              <a:ext cx="3342542" cy="33444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4BC62B8-14C6-3E07-571A-B9B6049E2FAC}"/>
                </a:ext>
              </a:extLst>
            </p:cNvPr>
            <p:cNvSpPr/>
            <p:nvPr/>
          </p:nvSpPr>
          <p:spPr>
            <a:xfrm>
              <a:off x="10115762" y="3474545"/>
              <a:ext cx="43199" cy="43199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2C739B48-208A-8A12-B6B9-B15DA213D6C3}"/>
                </a:ext>
              </a:extLst>
            </p:cNvPr>
            <p:cNvSpPr txBox="1"/>
            <p:nvPr/>
          </p:nvSpPr>
          <p:spPr>
            <a:xfrm>
              <a:off x="10446133" y="139902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201" name="CaixaDeTexto 200">
              <a:extLst>
                <a:ext uri="{FF2B5EF4-FFF2-40B4-BE49-F238E27FC236}">
                  <a16:creationId xmlns:a16="http://schemas.microsoft.com/office/drawing/2014/main" id="{7A06CC58-2195-72A9-BEFF-7AAA552D765B}"/>
                </a:ext>
              </a:extLst>
            </p:cNvPr>
            <p:cNvSpPr txBox="1"/>
            <p:nvPr/>
          </p:nvSpPr>
          <p:spPr>
            <a:xfrm>
              <a:off x="8526404" y="446647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id="{79AEB902-61D8-4E2F-8AF4-1487724D3239}"/>
                </a:ext>
              </a:extLst>
            </p:cNvPr>
            <p:cNvSpPr txBox="1"/>
            <p:nvPr/>
          </p:nvSpPr>
          <p:spPr>
            <a:xfrm>
              <a:off x="8668362" y="2073156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BA31E8AB-EC99-CBFC-4BD7-8F816EB59C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61250" y="3733596"/>
            <a:ext cx="2744592" cy="800506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6196AED3-C1B1-9AEB-886A-4C6EF61A2D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90709" y="3750342"/>
            <a:ext cx="3320616" cy="79920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9EF01C1-077D-0C4B-77A7-EDEB4E749D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514166" y="7505126"/>
            <a:ext cx="3320616" cy="799200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0566D03C-0B45-9D53-67CB-5301E3486F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183881" y="7507985"/>
            <a:ext cx="3320616" cy="79920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FDE0EA91-6962-2032-65CF-10D25C3B7A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90845" y="3845346"/>
            <a:ext cx="2946410" cy="58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68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êntese esquerdo 45">
            <a:extLst>
              <a:ext uri="{FF2B5EF4-FFF2-40B4-BE49-F238E27FC236}">
                <a16:creationId xmlns:a16="http://schemas.microsoft.com/office/drawing/2014/main" id="{C7856C72-D10D-CE28-9C72-7B28306AA1C1}"/>
              </a:ext>
            </a:extLst>
          </p:cNvPr>
          <p:cNvSpPr/>
          <p:nvPr/>
        </p:nvSpPr>
        <p:spPr>
          <a:xfrm rot="5400000">
            <a:off x="7958000" y="-6075847"/>
            <a:ext cx="540861" cy="14681184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77BF926-6D64-7CBE-A4BA-408B596918B8}"/>
              </a:ext>
            </a:extLst>
          </p:cNvPr>
          <p:cNvSpPr txBox="1"/>
          <p:nvPr/>
        </p:nvSpPr>
        <p:spPr>
          <a:xfrm>
            <a:off x="887838" y="22179"/>
            <a:ext cx="146811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Fermions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48" name="Parêntese esquerdo 47">
            <a:extLst>
              <a:ext uri="{FF2B5EF4-FFF2-40B4-BE49-F238E27FC236}">
                <a16:creationId xmlns:a16="http://schemas.microsoft.com/office/drawing/2014/main" id="{42943808-B3C1-4641-D194-D07047FFB3DA}"/>
              </a:ext>
            </a:extLst>
          </p:cNvPr>
          <p:cNvSpPr/>
          <p:nvPr/>
        </p:nvSpPr>
        <p:spPr>
          <a:xfrm rot="16200000">
            <a:off x="4153377" y="9503579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6683BCC-BC7A-9E9F-32AA-CAE1E350F2EC}"/>
              </a:ext>
            </a:extLst>
          </p:cNvPr>
          <p:cNvSpPr txBox="1"/>
          <p:nvPr/>
        </p:nvSpPr>
        <p:spPr>
          <a:xfrm>
            <a:off x="897500" y="13312279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 ExtraBold" panose="020B0004020202020204" pitchFamily="34" charset="0"/>
              </a:rPr>
              <a:t>Quarks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0" name="Parêntese esquerdo 49">
            <a:extLst>
              <a:ext uri="{FF2B5EF4-FFF2-40B4-BE49-F238E27FC236}">
                <a16:creationId xmlns:a16="http://schemas.microsoft.com/office/drawing/2014/main" id="{D5A6EE34-3374-FB17-99D2-00A53BB6AD48}"/>
              </a:ext>
            </a:extLst>
          </p:cNvPr>
          <p:cNvSpPr/>
          <p:nvPr/>
        </p:nvSpPr>
        <p:spPr>
          <a:xfrm rot="16200000">
            <a:off x="11786819" y="9502185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929D83D-5528-BE4B-BAA2-4D2D48614D7A}"/>
              </a:ext>
            </a:extLst>
          </p:cNvPr>
          <p:cNvSpPr txBox="1"/>
          <p:nvPr/>
        </p:nvSpPr>
        <p:spPr>
          <a:xfrm>
            <a:off x="8530942" y="13310885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Leptons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2" name="Parêntese esquerdo 51">
            <a:extLst>
              <a:ext uri="{FF2B5EF4-FFF2-40B4-BE49-F238E27FC236}">
                <a16:creationId xmlns:a16="http://schemas.microsoft.com/office/drawing/2014/main" id="{AF605EF2-DFEE-2B50-8AE8-68BFE049F0E4}"/>
              </a:ext>
            </a:extLst>
          </p:cNvPr>
          <p:cNvSpPr/>
          <p:nvPr/>
        </p:nvSpPr>
        <p:spPr>
          <a:xfrm rot="16200000">
            <a:off x="19761727" y="9499071"/>
            <a:ext cx="540861" cy="705261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F6BD664-1C01-1ADB-11D4-95E7574A594F}"/>
              </a:ext>
            </a:extLst>
          </p:cNvPr>
          <p:cNvSpPr txBox="1"/>
          <p:nvPr/>
        </p:nvSpPr>
        <p:spPr>
          <a:xfrm>
            <a:off x="16505850" y="13307771"/>
            <a:ext cx="7052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Vector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Bosons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54" name="Parêntese esquerdo 53">
            <a:extLst>
              <a:ext uri="{FF2B5EF4-FFF2-40B4-BE49-F238E27FC236}">
                <a16:creationId xmlns:a16="http://schemas.microsoft.com/office/drawing/2014/main" id="{9D977187-C9E2-BB66-374B-63213A7EAEAC}"/>
              </a:ext>
            </a:extLst>
          </p:cNvPr>
          <p:cNvSpPr/>
          <p:nvPr/>
        </p:nvSpPr>
        <p:spPr>
          <a:xfrm rot="5400000">
            <a:off x="21706256" y="-4207278"/>
            <a:ext cx="540861" cy="10941675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D4C7EBC-514B-1E1E-C811-51173CF39064}"/>
              </a:ext>
            </a:extLst>
          </p:cNvPr>
          <p:cNvSpPr txBox="1"/>
          <p:nvPr/>
        </p:nvSpPr>
        <p:spPr>
          <a:xfrm>
            <a:off x="16505850" y="21600"/>
            <a:ext cx="10746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400" dirty="0" err="1">
                <a:latin typeface="Aptos ExtraBold" panose="020B0004020202020204" pitchFamily="34" charset="0"/>
              </a:rPr>
              <a:t>Bosons</a:t>
            </a:r>
            <a:endParaRPr lang="pt-PT" dirty="0">
              <a:latin typeface="Aptos ExtraBold" panose="020B0004020202020204" pitchFamily="34" charset="0"/>
            </a:endParaRPr>
          </a:p>
        </p:txBody>
      </p:sp>
      <p:sp>
        <p:nvSpPr>
          <p:cNvPr id="56" name="Parêntese esquerdo 55">
            <a:extLst>
              <a:ext uri="{FF2B5EF4-FFF2-40B4-BE49-F238E27FC236}">
                <a16:creationId xmlns:a16="http://schemas.microsoft.com/office/drawing/2014/main" id="{180AF553-EC54-CB30-C155-65ED15E0709D}"/>
              </a:ext>
            </a:extLst>
          </p:cNvPr>
          <p:cNvSpPr/>
          <p:nvPr/>
        </p:nvSpPr>
        <p:spPr>
          <a:xfrm rot="16200000">
            <a:off x="25401928" y="11244710"/>
            <a:ext cx="540861" cy="3550329"/>
          </a:xfrm>
          <a:prstGeom prst="leftBracket">
            <a:avLst>
              <a:gd name="adj" fmla="val 14921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F5F6E29-C565-45F8-8C2D-1F79CBA00407}"/>
              </a:ext>
            </a:extLst>
          </p:cNvPr>
          <p:cNvSpPr txBox="1"/>
          <p:nvPr/>
        </p:nvSpPr>
        <p:spPr>
          <a:xfrm>
            <a:off x="23703165" y="13302267"/>
            <a:ext cx="3938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 err="1">
                <a:latin typeface="Aptos ExtraBold" panose="020B0004020202020204" pitchFamily="34" charset="0"/>
              </a:rPr>
              <a:t>Scalar</a:t>
            </a:r>
            <a:r>
              <a:rPr lang="pt-PT" sz="4800" dirty="0">
                <a:latin typeface="Aptos ExtraBold" panose="020B0004020202020204" pitchFamily="34" charset="0"/>
              </a:rPr>
              <a:t> </a:t>
            </a:r>
            <a:r>
              <a:rPr lang="pt-PT" sz="4800" dirty="0" err="1">
                <a:latin typeface="Aptos ExtraBold" panose="020B0004020202020204" pitchFamily="34" charset="0"/>
              </a:rPr>
              <a:t>Boson</a:t>
            </a:r>
            <a:endParaRPr lang="pt-PT" sz="960" dirty="0">
              <a:latin typeface="Aptos ExtraBold" panose="020B0004020202020204" pitchFamily="34" charset="0"/>
            </a:endParaRP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5633F450-05C5-FC75-8241-340A97D52480}"/>
              </a:ext>
            </a:extLst>
          </p:cNvPr>
          <p:cNvSpPr/>
          <p:nvPr/>
        </p:nvSpPr>
        <p:spPr>
          <a:xfrm>
            <a:off x="888510" y="9201965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F74DD54-5632-6C74-A035-9C069BA960AC}"/>
              </a:ext>
            </a:extLst>
          </p:cNvPr>
          <p:cNvSpPr/>
          <p:nvPr/>
        </p:nvSpPr>
        <p:spPr>
          <a:xfrm>
            <a:off x="1101864" y="9416826"/>
            <a:ext cx="2915834" cy="2915834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511300" h="15113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6EBF391D-C667-EF89-6B58-1BAB8E9DB628}"/>
              </a:ext>
            </a:extLst>
          </p:cNvPr>
          <p:cNvSpPr txBox="1"/>
          <p:nvPr/>
        </p:nvSpPr>
        <p:spPr>
          <a:xfrm>
            <a:off x="3133805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t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7042230-279E-2B89-AA04-4584E3F8BA11}"/>
              </a:ext>
            </a:extLst>
          </p:cNvPr>
          <p:cNvSpPr txBox="1"/>
          <p:nvPr/>
        </p:nvSpPr>
        <p:spPr>
          <a:xfrm>
            <a:off x="888511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>
                <a:latin typeface="Aptos Display" panose="020B0004020202020204" pitchFamily="34" charset="0"/>
              </a:rPr>
              <a:t>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/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5" name="CaixaDeTexto 114">
                <a:extLst>
                  <a:ext uri="{FF2B5EF4-FFF2-40B4-BE49-F238E27FC236}">
                    <a16:creationId xmlns:a16="http://schemas.microsoft.com/office/drawing/2014/main" id="{D6F056CA-A5BE-12B6-F515-A7B264F0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15" y="9264339"/>
                <a:ext cx="1158206" cy="10061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tângulo 115">
            <a:extLst>
              <a:ext uri="{FF2B5EF4-FFF2-40B4-BE49-F238E27FC236}">
                <a16:creationId xmlns:a16="http://schemas.microsoft.com/office/drawing/2014/main" id="{94079373-38AB-AD53-813A-61454976ED45}"/>
              </a:ext>
            </a:extLst>
          </p:cNvPr>
          <p:cNvSpPr/>
          <p:nvPr/>
        </p:nvSpPr>
        <p:spPr>
          <a:xfrm>
            <a:off x="886977" y="5502156"/>
            <a:ext cx="3344400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BD47605B-D0BC-1EAC-2A2B-E6CBE2F212C7}"/>
              </a:ext>
            </a:extLst>
          </p:cNvPr>
          <p:cNvSpPr/>
          <p:nvPr/>
        </p:nvSpPr>
        <p:spPr>
          <a:xfrm>
            <a:off x="2308060" y="6856231"/>
            <a:ext cx="570223" cy="57022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292100" h="292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3D033202-E3C9-52CF-73E4-8AA06B58716F}"/>
              </a:ext>
            </a:extLst>
          </p:cNvPr>
          <p:cNvSpPr txBox="1"/>
          <p:nvPr/>
        </p:nvSpPr>
        <p:spPr>
          <a:xfrm>
            <a:off x="2883311" y="50722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c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2C2D622-27FB-5A6A-DBD7-1FA3F115E988}"/>
              </a:ext>
            </a:extLst>
          </p:cNvPr>
          <p:cNvSpPr txBox="1"/>
          <p:nvPr/>
        </p:nvSpPr>
        <p:spPr>
          <a:xfrm>
            <a:off x="921901" y="81396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ptos Display" panose="020B0004020202020204" pitchFamily="34" charset="0"/>
              </a:rPr>
              <a:t>Charm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/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0" name="CaixaDeTexto 119">
                <a:extLst>
                  <a:ext uri="{FF2B5EF4-FFF2-40B4-BE49-F238E27FC236}">
                    <a16:creationId xmlns:a16="http://schemas.microsoft.com/office/drawing/2014/main" id="{8D9998C1-9BDE-97EE-E4B6-85536AF2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30" y="5508820"/>
                <a:ext cx="1158206" cy="1006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etângulo 124">
            <a:extLst>
              <a:ext uri="{FF2B5EF4-FFF2-40B4-BE49-F238E27FC236}">
                <a16:creationId xmlns:a16="http://schemas.microsoft.com/office/drawing/2014/main" id="{6EC8A6A1-BD1D-9579-14E5-C6C6C083AE97}"/>
              </a:ext>
            </a:extLst>
          </p:cNvPr>
          <p:cNvSpPr/>
          <p:nvPr/>
        </p:nvSpPr>
        <p:spPr>
          <a:xfrm>
            <a:off x="4604399" y="9201966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3501F6F-7CB0-07C5-E88F-470FB1440EAA}"/>
              </a:ext>
            </a:extLst>
          </p:cNvPr>
          <p:cNvSpPr/>
          <p:nvPr/>
        </p:nvSpPr>
        <p:spPr>
          <a:xfrm>
            <a:off x="5850882" y="10326808"/>
            <a:ext cx="849575" cy="849575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0" h="4445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C632DB59-1392-EB26-6C5F-A3FAB4E5E082}"/>
              </a:ext>
            </a:extLst>
          </p:cNvPr>
          <p:cNvSpPr txBox="1"/>
          <p:nvPr/>
        </p:nvSpPr>
        <p:spPr>
          <a:xfrm>
            <a:off x="6544902" y="8805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b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54354D69-5425-5E45-B7C6-F818757493C6}"/>
              </a:ext>
            </a:extLst>
          </p:cNvPr>
          <p:cNvSpPr txBox="1"/>
          <p:nvPr/>
        </p:nvSpPr>
        <p:spPr>
          <a:xfrm>
            <a:off x="4604399" y="11873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Bottom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/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9" name="CaixaDeTexto 128">
                <a:extLst>
                  <a:ext uri="{FF2B5EF4-FFF2-40B4-BE49-F238E27FC236}">
                    <a16:creationId xmlns:a16="http://schemas.microsoft.com/office/drawing/2014/main" id="{3533D9A5-44E5-6344-7DE7-2D05183CF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03" y="9264340"/>
                <a:ext cx="1158206" cy="1003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Retângulo 129">
            <a:extLst>
              <a:ext uri="{FF2B5EF4-FFF2-40B4-BE49-F238E27FC236}">
                <a16:creationId xmlns:a16="http://schemas.microsoft.com/office/drawing/2014/main" id="{58BEC822-0A64-CF7D-7ABF-6169AF8E3890}"/>
              </a:ext>
            </a:extLst>
          </p:cNvPr>
          <p:cNvSpPr/>
          <p:nvPr/>
        </p:nvSpPr>
        <p:spPr>
          <a:xfrm>
            <a:off x="4599167" y="5495345"/>
            <a:ext cx="3342542" cy="3342542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CE86457-FEAA-07F7-1093-734617856C31}"/>
              </a:ext>
            </a:extLst>
          </p:cNvPr>
          <p:cNvSpPr/>
          <p:nvPr/>
        </p:nvSpPr>
        <p:spPr>
          <a:xfrm>
            <a:off x="6150921" y="7047226"/>
            <a:ext cx="239033" cy="239033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107950" h="1079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DC9FDA2D-10F1-684D-E764-6993ABF0EA7D}"/>
              </a:ext>
            </a:extLst>
          </p:cNvPr>
          <p:cNvSpPr txBox="1"/>
          <p:nvPr/>
        </p:nvSpPr>
        <p:spPr>
          <a:xfrm>
            <a:off x="6565339" y="5097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s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71856B91-D5ED-6ED3-99AA-B9B32F767EBA}"/>
              </a:ext>
            </a:extLst>
          </p:cNvPr>
          <p:cNvSpPr txBox="1"/>
          <p:nvPr/>
        </p:nvSpPr>
        <p:spPr>
          <a:xfrm>
            <a:off x="4599167" y="8165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Strange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/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4" name="CaixaDeTexto 133">
                <a:extLst>
                  <a:ext uri="{FF2B5EF4-FFF2-40B4-BE49-F238E27FC236}">
                    <a16:creationId xmlns:a16="http://schemas.microsoft.com/office/drawing/2014/main" id="{D55E7A82-5D31-7E07-A927-6C8122892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771" y="5556339"/>
                <a:ext cx="1158206" cy="1003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C768BC1E-3A89-9D48-19C5-B9C79ACF4729}"/>
              </a:ext>
            </a:extLst>
          </p:cNvPr>
          <p:cNvGrpSpPr/>
          <p:nvPr/>
        </p:nvGrpSpPr>
        <p:grpSpPr>
          <a:xfrm>
            <a:off x="8523223" y="8796075"/>
            <a:ext cx="3346034" cy="3746547"/>
            <a:chOff x="8554973" y="8799414"/>
            <a:chExt cx="3346034" cy="3746547"/>
          </a:xfrm>
        </p:grpSpPr>
        <p:sp>
          <p:nvSpPr>
            <p:cNvPr id="140" name="Retângulo 139">
              <a:extLst>
                <a:ext uri="{FF2B5EF4-FFF2-40B4-BE49-F238E27FC236}">
                  <a16:creationId xmlns:a16="http://schemas.microsoft.com/office/drawing/2014/main" id="{50864675-2092-DC28-B07D-8535A87D883E}"/>
                </a:ext>
              </a:extLst>
            </p:cNvPr>
            <p:cNvSpPr/>
            <p:nvPr/>
          </p:nvSpPr>
          <p:spPr>
            <a:xfrm>
              <a:off x="8558465" y="9203420"/>
              <a:ext cx="3342542" cy="3342541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5624A46-9370-48D3-3627-7E02E76AB0E6}"/>
                </a:ext>
              </a:extLst>
            </p:cNvPr>
            <p:cNvSpPr/>
            <p:nvPr/>
          </p:nvSpPr>
          <p:spPr>
            <a:xfrm>
              <a:off x="9908013" y="10556700"/>
              <a:ext cx="636461" cy="636461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317500" h="317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03725476-2391-C920-689F-42B4FB43DA27}"/>
                </a:ext>
              </a:extLst>
            </p:cNvPr>
            <p:cNvSpPr txBox="1"/>
            <p:nvPr/>
          </p:nvSpPr>
          <p:spPr>
            <a:xfrm>
              <a:off x="10682283" y="8799414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τ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36996447-5B6B-547B-CE4C-276437D68A4F}"/>
                </a:ext>
              </a:extLst>
            </p:cNvPr>
            <p:cNvSpPr txBox="1"/>
            <p:nvPr/>
          </p:nvSpPr>
          <p:spPr>
            <a:xfrm>
              <a:off x="8554973" y="1186685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</a:t>
              </a:r>
            </a:p>
          </p:txBody>
        </p: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B6272A04-A75F-7578-FF3D-58528442AB63}"/>
                </a:ext>
              </a:extLst>
            </p:cNvPr>
            <p:cNvSpPr txBox="1"/>
            <p:nvPr/>
          </p:nvSpPr>
          <p:spPr>
            <a:xfrm>
              <a:off x="8700423" y="947991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3E26DB0-3DE5-6F98-3F4F-B3818EF54BB8}"/>
              </a:ext>
            </a:extLst>
          </p:cNvPr>
          <p:cNvGrpSpPr/>
          <p:nvPr/>
        </p:nvGrpSpPr>
        <p:grpSpPr>
          <a:xfrm>
            <a:off x="12234101" y="1332450"/>
            <a:ext cx="3646866" cy="3773888"/>
            <a:chOff x="12226481" y="1361637"/>
            <a:chExt cx="3646866" cy="4029607"/>
          </a:xfrm>
        </p:grpSpPr>
        <p:sp>
          <p:nvSpPr>
            <p:cNvPr id="146" name="Retângulo 145">
              <a:extLst>
                <a:ext uri="{FF2B5EF4-FFF2-40B4-BE49-F238E27FC236}">
                  <a16:creationId xmlns:a16="http://schemas.microsoft.com/office/drawing/2014/main" id="{1DC33FBA-BA96-9CAE-A8BF-C282AB3631F6}"/>
                </a:ext>
              </a:extLst>
            </p:cNvPr>
            <p:cNvSpPr/>
            <p:nvPr/>
          </p:nvSpPr>
          <p:spPr>
            <a:xfrm>
              <a:off x="12226481" y="1820227"/>
              <a:ext cx="3342542" cy="3571017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D81ABFCA-8DEB-01C4-4DE9-E0256BAF36F6}"/>
                </a:ext>
              </a:extLst>
            </p:cNvPr>
            <p:cNvSpPr txBox="1"/>
            <p:nvPr/>
          </p:nvSpPr>
          <p:spPr>
            <a:xfrm>
              <a:off x="14130970" y="1361637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DA7E1C1A-2BC7-BC8E-384C-C59FCB59C686}"/>
                </a:ext>
              </a:extLst>
            </p:cNvPr>
            <p:cNvSpPr txBox="1"/>
            <p:nvPr/>
          </p:nvSpPr>
          <p:spPr>
            <a:xfrm>
              <a:off x="12226481" y="4697693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0BC0196-7745-1E2E-AA8E-CACCEC957828}"/>
                </a:ext>
              </a:extLst>
            </p:cNvPr>
            <p:cNvSpPr txBox="1"/>
            <p:nvPr/>
          </p:nvSpPr>
          <p:spPr>
            <a:xfrm>
              <a:off x="14877696" y="2801703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27EC3209-4D3F-C1B7-230D-05818DFAE7D1}"/>
                </a:ext>
              </a:extLst>
            </p:cNvPr>
            <p:cNvSpPr txBox="1"/>
            <p:nvPr/>
          </p:nvSpPr>
          <p:spPr>
            <a:xfrm>
              <a:off x="12398918" y="21078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FBBBB3C-F08F-D73D-C94C-AB94101A4F63}"/>
              </a:ext>
            </a:extLst>
          </p:cNvPr>
          <p:cNvGrpSpPr/>
          <p:nvPr/>
        </p:nvGrpSpPr>
        <p:grpSpPr>
          <a:xfrm>
            <a:off x="12232954" y="5041720"/>
            <a:ext cx="3646866" cy="3801132"/>
            <a:chOff x="12237717" y="5050743"/>
            <a:chExt cx="3646866" cy="3801132"/>
          </a:xfrm>
        </p:grpSpPr>
        <p:sp>
          <p:nvSpPr>
            <p:cNvPr id="152" name="Retângulo 151">
              <a:extLst>
                <a:ext uri="{FF2B5EF4-FFF2-40B4-BE49-F238E27FC236}">
                  <a16:creationId xmlns:a16="http://schemas.microsoft.com/office/drawing/2014/main" id="{8BAFD740-A233-F3A4-055F-C3CD25E16E59}"/>
                </a:ext>
              </a:extLst>
            </p:cNvPr>
            <p:cNvSpPr/>
            <p:nvPr/>
          </p:nvSpPr>
          <p:spPr>
            <a:xfrm>
              <a:off x="12237717" y="5509333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1CD85DBA-9C51-C3E6-59BA-13D78AF1A23F}"/>
                </a:ext>
              </a:extLst>
            </p:cNvPr>
            <p:cNvSpPr txBox="1"/>
            <p:nvPr/>
          </p:nvSpPr>
          <p:spPr>
            <a:xfrm>
              <a:off x="12237717" y="817914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r>
                <a:rPr lang="pt-PT" sz="3200" dirty="0">
                  <a:latin typeface="Aptos Display" panose="020B0004020202020204" pitchFamily="34" charset="0"/>
                </a:rPr>
                <a:t> Neutrino</a:t>
              </a:r>
            </a:p>
          </p:txBody>
        </p: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3656A65F-84B6-FB22-6659-4ABBFB0882F5}"/>
                </a:ext>
              </a:extLst>
            </p:cNvPr>
            <p:cNvSpPr txBox="1"/>
            <p:nvPr/>
          </p:nvSpPr>
          <p:spPr>
            <a:xfrm>
              <a:off x="14142206" y="5050743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7F7257C0-D370-28E4-A746-DFB439406B82}"/>
                </a:ext>
              </a:extLst>
            </p:cNvPr>
            <p:cNvSpPr txBox="1"/>
            <p:nvPr/>
          </p:nvSpPr>
          <p:spPr>
            <a:xfrm>
              <a:off x="14888932" y="6490809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400" i="1" dirty="0">
                  <a:latin typeface="Aptos ExtraBold" panose="020F0502020204030204" pitchFamily="34" charset="0"/>
                  <a:cs typeface="Arial" panose="020B0604020202020204" pitchFamily="34" charset="0"/>
                </a:rPr>
                <a:t>μ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56" name="CaixaDeTexto 155">
              <a:extLst>
                <a:ext uri="{FF2B5EF4-FFF2-40B4-BE49-F238E27FC236}">
                  <a16:creationId xmlns:a16="http://schemas.microsoft.com/office/drawing/2014/main" id="{DD28FD21-B8AB-E34A-9F60-359ADD9079F0}"/>
                </a:ext>
              </a:extLst>
            </p:cNvPr>
            <p:cNvSpPr txBox="1"/>
            <p:nvPr/>
          </p:nvSpPr>
          <p:spPr>
            <a:xfrm>
              <a:off x="12407431" y="580431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EAD92E1-8805-27D9-8627-59787DF38598}"/>
              </a:ext>
            </a:extLst>
          </p:cNvPr>
          <p:cNvGrpSpPr/>
          <p:nvPr/>
        </p:nvGrpSpPr>
        <p:grpSpPr>
          <a:xfrm>
            <a:off x="12236329" y="8744640"/>
            <a:ext cx="3646866" cy="3801132"/>
            <a:chOff x="12250618" y="8745196"/>
            <a:chExt cx="3646866" cy="3801132"/>
          </a:xfrm>
        </p:grpSpPr>
        <p:sp>
          <p:nvSpPr>
            <p:cNvPr id="158" name="Retângulo 157">
              <a:extLst>
                <a:ext uri="{FF2B5EF4-FFF2-40B4-BE49-F238E27FC236}">
                  <a16:creationId xmlns:a16="http://schemas.microsoft.com/office/drawing/2014/main" id="{27D68471-E1B7-C7D7-AC73-266786828AC7}"/>
                </a:ext>
              </a:extLst>
            </p:cNvPr>
            <p:cNvSpPr/>
            <p:nvPr/>
          </p:nvSpPr>
          <p:spPr>
            <a:xfrm>
              <a:off x="12250618" y="9203786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59" name="CaixaDeTexto 158">
              <a:extLst>
                <a:ext uri="{FF2B5EF4-FFF2-40B4-BE49-F238E27FC236}">
                  <a16:creationId xmlns:a16="http://schemas.microsoft.com/office/drawing/2014/main" id="{CC926C4E-63F2-B808-1B77-6DFB1024FE2D}"/>
                </a:ext>
              </a:extLst>
            </p:cNvPr>
            <p:cNvSpPr txBox="1"/>
            <p:nvPr/>
          </p:nvSpPr>
          <p:spPr>
            <a:xfrm>
              <a:off x="12250618" y="11873599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Tau Neutrino</a:t>
              </a:r>
            </a:p>
          </p:txBody>
        </p:sp>
        <p:sp>
          <p:nvSpPr>
            <p:cNvPr id="160" name="CaixaDeTexto 159">
              <a:extLst>
                <a:ext uri="{FF2B5EF4-FFF2-40B4-BE49-F238E27FC236}">
                  <a16:creationId xmlns:a16="http://schemas.microsoft.com/office/drawing/2014/main" id="{EEAB6430-758B-6300-7965-C1CC6F6EC75F}"/>
                </a:ext>
              </a:extLst>
            </p:cNvPr>
            <p:cNvSpPr txBox="1"/>
            <p:nvPr/>
          </p:nvSpPr>
          <p:spPr>
            <a:xfrm>
              <a:off x="14155107" y="8745196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b="1" i="1" dirty="0">
                  <a:latin typeface="Aptos Serif" panose="020B0502040204020203" pitchFamily="18" charset="0"/>
                  <a:cs typeface="Aptos Serif" panose="020B0502040204020203" pitchFamily="18" charset="0"/>
                </a:rPr>
                <a:t>ν</a:t>
              </a:r>
              <a:endParaRPr lang="pt-PT" sz="15920" b="1" i="1" dirty="0">
                <a:latin typeface="Aptos Serif" panose="020B0502040204020203" pitchFamily="18" charset="0"/>
                <a:cs typeface="Aptos Serif" panose="020B0502040204020203" pitchFamily="18" charset="0"/>
              </a:endParaRPr>
            </a:p>
          </p:txBody>
        </p: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EFDCF4AC-FB1D-BEE7-BEA6-AE6C12201B82}"/>
                </a:ext>
              </a:extLst>
            </p:cNvPr>
            <p:cNvSpPr txBox="1"/>
            <p:nvPr/>
          </p:nvSpPr>
          <p:spPr>
            <a:xfrm>
              <a:off x="14901833" y="10185262"/>
              <a:ext cx="99565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6400" i="1" dirty="0">
                  <a:latin typeface="Aptos ExtraBold" panose="020F0502020204030204" pitchFamily="34" charset="0"/>
                </a:rPr>
                <a:t>τ</a:t>
              </a:r>
              <a:endParaRPr lang="pt-PT" sz="640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844514BC-9655-BC9E-856C-299A5A68335B}"/>
                </a:ext>
              </a:extLst>
            </p:cNvPr>
            <p:cNvSpPr txBox="1"/>
            <p:nvPr/>
          </p:nvSpPr>
          <p:spPr>
            <a:xfrm>
              <a:off x="12426547" y="9497791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A6722A-D9C7-1D01-39EB-74ADD8F3CC9C}"/>
              </a:ext>
            </a:extLst>
          </p:cNvPr>
          <p:cNvGrpSpPr/>
          <p:nvPr/>
        </p:nvGrpSpPr>
        <p:grpSpPr>
          <a:xfrm>
            <a:off x="8527838" y="5097600"/>
            <a:ext cx="3345265" cy="3747523"/>
            <a:chOff x="8527838" y="5105369"/>
            <a:chExt cx="3345265" cy="3747523"/>
          </a:xfrm>
        </p:grpSpPr>
        <p:sp>
          <p:nvSpPr>
            <p:cNvPr id="164" name="Retângulo 163">
              <a:extLst>
                <a:ext uri="{FF2B5EF4-FFF2-40B4-BE49-F238E27FC236}">
                  <a16:creationId xmlns:a16="http://schemas.microsoft.com/office/drawing/2014/main" id="{F1618A34-523E-E1D9-B665-603C497A94A2}"/>
                </a:ext>
              </a:extLst>
            </p:cNvPr>
            <p:cNvSpPr/>
            <p:nvPr/>
          </p:nvSpPr>
          <p:spPr>
            <a:xfrm>
              <a:off x="8527838" y="5510350"/>
              <a:ext cx="3342542" cy="3342542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EC0571D5-047A-9355-B8E4-C92D55C87FCE}"/>
                </a:ext>
              </a:extLst>
            </p:cNvPr>
            <p:cNvSpPr txBox="1"/>
            <p:nvPr/>
          </p:nvSpPr>
          <p:spPr>
            <a:xfrm>
              <a:off x="10402345" y="510536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μ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66" name="CaixaDeTexto 165">
              <a:extLst>
                <a:ext uri="{FF2B5EF4-FFF2-40B4-BE49-F238E27FC236}">
                  <a16:creationId xmlns:a16="http://schemas.microsoft.com/office/drawing/2014/main" id="{04577866-3C26-8CE6-DA2F-EDD642DFB032}"/>
                </a:ext>
              </a:extLst>
            </p:cNvPr>
            <p:cNvSpPr txBox="1"/>
            <p:nvPr/>
          </p:nvSpPr>
          <p:spPr>
            <a:xfrm>
              <a:off x="8530561" y="817281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Muon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FEDB302F-98F5-147A-6971-93D1852490AF}"/>
                </a:ext>
              </a:extLst>
            </p:cNvPr>
            <p:cNvSpPr txBox="1"/>
            <p:nvPr/>
          </p:nvSpPr>
          <p:spPr>
            <a:xfrm>
              <a:off x="8669796" y="578684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EBEAFD5-F943-4F9C-5248-1C956204D704}"/>
                </a:ext>
              </a:extLst>
            </p:cNvPr>
            <p:cNvSpPr/>
            <p:nvPr/>
          </p:nvSpPr>
          <p:spPr>
            <a:xfrm>
              <a:off x="10067552" y="7048691"/>
              <a:ext cx="247673" cy="247673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4300" h="1143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FBCCA41-7AD9-C0CD-F14E-FCE12ADE4E73}"/>
              </a:ext>
            </a:extLst>
          </p:cNvPr>
          <p:cNvGrpSpPr/>
          <p:nvPr/>
        </p:nvGrpSpPr>
        <p:grpSpPr>
          <a:xfrm>
            <a:off x="16476927" y="5097600"/>
            <a:ext cx="3373167" cy="3738907"/>
            <a:chOff x="16505955" y="5112210"/>
            <a:chExt cx="3373167" cy="3738907"/>
          </a:xfrm>
        </p:grpSpPr>
        <p:sp>
          <p:nvSpPr>
            <p:cNvPr id="170" name="Retângulo 169">
              <a:extLst>
                <a:ext uri="{FF2B5EF4-FFF2-40B4-BE49-F238E27FC236}">
                  <a16:creationId xmlns:a16="http://schemas.microsoft.com/office/drawing/2014/main" id="{CC110E69-83CC-06E7-5197-0E67935DF80D}"/>
                </a:ext>
              </a:extLst>
            </p:cNvPr>
            <p:cNvSpPr/>
            <p:nvPr/>
          </p:nvSpPr>
          <p:spPr>
            <a:xfrm>
              <a:off x="16536580" y="5508575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51054F0-71AE-6545-91DD-B99CC40AA1C2}"/>
                </a:ext>
              </a:extLst>
            </p:cNvPr>
            <p:cNvSpPr/>
            <p:nvPr/>
          </p:nvSpPr>
          <p:spPr>
            <a:xfrm>
              <a:off x="16992141" y="5873120"/>
              <a:ext cx="2370170" cy="2370170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193800" h="11938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id="{E4B577C6-3819-330C-0A65-3AD2CD3DFD22}"/>
                </a:ext>
              </a:extLst>
            </p:cNvPr>
            <p:cNvSpPr txBox="1"/>
            <p:nvPr/>
          </p:nvSpPr>
          <p:spPr>
            <a:xfrm>
              <a:off x="18334246" y="5112210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Z</a:t>
              </a:r>
            </a:p>
          </p:txBody>
        </p:sp>
        <p:sp>
          <p:nvSpPr>
            <p:cNvPr id="173" name="CaixaDeTexto 172">
              <a:extLst>
                <a:ext uri="{FF2B5EF4-FFF2-40B4-BE49-F238E27FC236}">
                  <a16:creationId xmlns:a16="http://schemas.microsoft.com/office/drawing/2014/main" id="{C8D8C629-6AFD-D469-2DAD-55496991EEF2}"/>
                </a:ext>
              </a:extLst>
            </p:cNvPr>
            <p:cNvSpPr txBox="1"/>
            <p:nvPr/>
          </p:nvSpPr>
          <p:spPr>
            <a:xfrm>
              <a:off x="16505955" y="8179655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Z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4" name="CaixaDeTexto 173">
              <a:extLst>
                <a:ext uri="{FF2B5EF4-FFF2-40B4-BE49-F238E27FC236}">
                  <a16:creationId xmlns:a16="http://schemas.microsoft.com/office/drawing/2014/main" id="{330A7384-6DCB-CCC9-122A-06925F8EC16F}"/>
                </a:ext>
              </a:extLst>
            </p:cNvPr>
            <p:cNvSpPr txBox="1"/>
            <p:nvPr/>
          </p:nvSpPr>
          <p:spPr>
            <a:xfrm>
              <a:off x="16699528" y="5797474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C78172C-9A7E-7D94-B40E-5561BFA5D63B}"/>
              </a:ext>
            </a:extLst>
          </p:cNvPr>
          <p:cNvGrpSpPr/>
          <p:nvPr/>
        </p:nvGrpSpPr>
        <p:grpSpPr>
          <a:xfrm>
            <a:off x="16505850" y="1389600"/>
            <a:ext cx="3342646" cy="3734581"/>
            <a:chOff x="16505850" y="1404895"/>
            <a:chExt cx="3342646" cy="3734581"/>
          </a:xfrm>
        </p:grpSpPr>
        <p:sp>
          <p:nvSpPr>
            <p:cNvPr id="176" name="Retângulo 175">
              <a:extLst>
                <a:ext uri="{FF2B5EF4-FFF2-40B4-BE49-F238E27FC236}">
                  <a16:creationId xmlns:a16="http://schemas.microsoft.com/office/drawing/2014/main" id="{C49E23AD-8ED6-05C1-8CC8-4695C88A945E}"/>
                </a:ext>
              </a:extLst>
            </p:cNvPr>
            <p:cNvSpPr/>
            <p:nvPr/>
          </p:nvSpPr>
          <p:spPr>
            <a:xfrm>
              <a:off x="16505850" y="1796935"/>
              <a:ext cx="3342542" cy="3342541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77" name="CaixaDeTexto 176">
              <a:extLst>
                <a:ext uri="{FF2B5EF4-FFF2-40B4-BE49-F238E27FC236}">
                  <a16:creationId xmlns:a16="http://schemas.microsoft.com/office/drawing/2014/main" id="{A9F5D98A-D08D-7539-D41D-C47C24752B64}"/>
                </a:ext>
              </a:extLst>
            </p:cNvPr>
            <p:cNvSpPr txBox="1"/>
            <p:nvPr/>
          </p:nvSpPr>
          <p:spPr>
            <a:xfrm>
              <a:off x="18425683" y="1404895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5920" i="1" dirty="0">
                  <a:latin typeface="Aptos ExtraBold" panose="020F0502020204030204" pitchFamily="34" charset="0"/>
                </a:rPr>
                <a:t>γ</a:t>
              </a:r>
              <a:endParaRPr lang="pt-PT" sz="15920" i="1" dirty="0">
                <a:latin typeface="Aptos ExtraBold" panose="020F0502020204030204" pitchFamily="34" charset="0"/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2107DB64-2E85-DA63-4B6A-3E7A59427DDE}"/>
                </a:ext>
              </a:extLst>
            </p:cNvPr>
            <p:cNvSpPr txBox="1"/>
            <p:nvPr/>
          </p:nvSpPr>
          <p:spPr>
            <a:xfrm>
              <a:off x="16505954" y="4472340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Photon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79" name="CaixaDeTexto 178">
              <a:extLst>
                <a:ext uri="{FF2B5EF4-FFF2-40B4-BE49-F238E27FC236}">
                  <a16:creationId xmlns:a16="http://schemas.microsoft.com/office/drawing/2014/main" id="{8E4BD172-1AD4-E6BB-3FE3-7C702DDA8506}"/>
                </a:ext>
              </a:extLst>
            </p:cNvPr>
            <p:cNvSpPr txBox="1"/>
            <p:nvPr/>
          </p:nvSpPr>
          <p:spPr>
            <a:xfrm>
              <a:off x="16684778" y="2090159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sp>
        <p:nvSpPr>
          <p:cNvPr id="181" name="Retângulo 180">
            <a:extLst>
              <a:ext uri="{FF2B5EF4-FFF2-40B4-BE49-F238E27FC236}">
                <a16:creationId xmlns:a16="http://schemas.microsoft.com/office/drawing/2014/main" id="{CA4F0E45-84B0-8868-A3AC-385FD39D15FF}"/>
              </a:ext>
            </a:extLst>
          </p:cNvPr>
          <p:cNvSpPr/>
          <p:nvPr/>
        </p:nvSpPr>
        <p:spPr>
          <a:xfrm>
            <a:off x="20214935" y="1787472"/>
            <a:ext cx="3342542" cy="3342542"/>
          </a:xfrm>
          <a:prstGeom prst="rect">
            <a:avLst/>
          </a:prstGeom>
          <a:solidFill>
            <a:srgbClr val="66FFCC">
              <a:alpha val="3176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0DF13C44-2CF2-E68C-4346-DCB3F26AB8B5}"/>
              </a:ext>
            </a:extLst>
          </p:cNvPr>
          <p:cNvSpPr txBox="1"/>
          <p:nvPr/>
        </p:nvSpPr>
        <p:spPr>
          <a:xfrm>
            <a:off x="221709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g</a:t>
            </a:r>
          </a:p>
        </p:txBody>
      </p:sp>
      <p:sp>
        <p:nvSpPr>
          <p:cNvPr id="183" name="CaixaDeTexto 182">
            <a:extLst>
              <a:ext uri="{FF2B5EF4-FFF2-40B4-BE49-F238E27FC236}">
                <a16:creationId xmlns:a16="http://schemas.microsoft.com/office/drawing/2014/main" id="{9D5C9AB6-ABBD-2911-9208-FCE76077DDE6}"/>
              </a:ext>
            </a:extLst>
          </p:cNvPr>
          <p:cNvSpPr txBox="1"/>
          <p:nvPr/>
        </p:nvSpPr>
        <p:spPr>
          <a:xfrm>
            <a:off x="20215061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Gluon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p:sp>
        <p:nvSpPr>
          <p:cNvPr id="184" name="CaixaDeTexto 183">
            <a:extLst>
              <a:ext uri="{FF2B5EF4-FFF2-40B4-BE49-F238E27FC236}">
                <a16:creationId xmlns:a16="http://schemas.microsoft.com/office/drawing/2014/main" id="{7E75B096-21AF-AE7D-AD32-D29E77AC3ED8}"/>
              </a:ext>
            </a:extLst>
          </p:cNvPr>
          <p:cNvSpPr txBox="1"/>
          <p:nvPr/>
        </p:nvSpPr>
        <p:spPr>
          <a:xfrm>
            <a:off x="20368469" y="2049307"/>
            <a:ext cx="1158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>
                <a:latin typeface="Aptos" panose="020B0004020202020204" pitchFamily="34" charset="0"/>
              </a:rPr>
              <a:t>0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A28508E-6F8D-884F-1D66-61DCFA6C7D8E}"/>
              </a:ext>
            </a:extLst>
          </p:cNvPr>
          <p:cNvGrpSpPr/>
          <p:nvPr/>
        </p:nvGrpSpPr>
        <p:grpSpPr>
          <a:xfrm>
            <a:off x="20214506" y="5097600"/>
            <a:ext cx="3342668" cy="3738907"/>
            <a:chOff x="20216887" y="5110831"/>
            <a:chExt cx="3342668" cy="3738907"/>
          </a:xfrm>
        </p:grpSpPr>
        <p:sp>
          <p:nvSpPr>
            <p:cNvPr id="186" name="Retângulo 185">
              <a:extLst>
                <a:ext uri="{FF2B5EF4-FFF2-40B4-BE49-F238E27FC236}">
                  <a16:creationId xmlns:a16="http://schemas.microsoft.com/office/drawing/2014/main" id="{02123318-CFEF-0FC0-FB31-18F4228E96ED}"/>
                </a:ext>
              </a:extLst>
            </p:cNvPr>
            <p:cNvSpPr/>
            <p:nvPr/>
          </p:nvSpPr>
          <p:spPr>
            <a:xfrm>
              <a:off x="20216887" y="5507196"/>
              <a:ext cx="3342542" cy="3342542"/>
            </a:xfrm>
            <a:prstGeom prst="rect">
              <a:avLst/>
            </a:prstGeom>
            <a:solidFill>
              <a:srgbClr val="66FFCC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5EC9A88D-B95A-3D2E-CA0B-4E2923178EA0}"/>
                </a:ext>
              </a:extLst>
            </p:cNvPr>
            <p:cNvSpPr txBox="1"/>
            <p:nvPr/>
          </p:nvSpPr>
          <p:spPr>
            <a:xfrm>
              <a:off x="20217013" y="817827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>
                  <a:latin typeface="Aptos Display" panose="020B0004020202020204" pitchFamily="34" charset="0"/>
                </a:rPr>
                <a:t>W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FBC62BBF-0F45-1EF8-546E-9DEDA40AE19C}"/>
                </a:ext>
              </a:extLst>
            </p:cNvPr>
            <p:cNvSpPr/>
            <p:nvPr/>
          </p:nvSpPr>
          <p:spPr>
            <a:xfrm>
              <a:off x="20799801" y="5923015"/>
              <a:ext cx="2272253" cy="2272253"/>
            </a:xfrm>
            <a:prstGeom prst="ellipse">
              <a:avLst/>
            </a:prstGeom>
            <a:solidFill>
              <a:srgbClr val="FF6699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098550" h="109855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89" name="CaixaDeTexto 188">
              <a:extLst>
                <a:ext uri="{FF2B5EF4-FFF2-40B4-BE49-F238E27FC236}">
                  <a16:creationId xmlns:a16="http://schemas.microsoft.com/office/drawing/2014/main" id="{1872C7CC-6692-3142-CE51-8229E7466004}"/>
                </a:ext>
              </a:extLst>
            </p:cNvPr>
            <p:cNvSpPr txBox="1"/>
            <p:nvPr/>
          </p:nvSpPr>
          <p:spPr>
            <a:xfrm>
              <a:off x="21252848" y="511083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W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/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56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 </m:t>
                      </m:r>
                    </m:oMath>
                  </a14:m>
                  <a:r>
                    <a:rPr lang="pt-PT" sz="3200" dirty="0">
                      <a:latin typeface="Aptos" panose="020B0004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90" name="CaixaDeTexto 189">
                  <a:extLst>
                    <a:ext uri="{FF2B5EF4-FFF2-40B4-BE49-F238E27FC236}">
                      <a16:creationId xmlns:a16="http://schemas.microsoft.com/office/drawing/2014/main" id="{37EB05C6-35D9-894C-7ACD-795782AD0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56730" y="5784958"/>
                  <a:ext cx="1158206" cy="584775"/>
                </a:xfrm>
                <a:prstGeom prst="rect">
                  <a:avLst/>
                </a:prstGeom>
                <a:blipFill>
                  <a:blip r:embed="rId6"/>
                  <a:stretch>
                    <a:fillRect t="-12500" b="-34375"/>
                  </a:stretch>
                </a:blipFill>
              </p:spPr>
              <p:txBody>
                <a:bodyPr/>
                <a:lstStyle/>
                <a:p>
                  <a:r>
                    <a:rPr lang="pt-P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4F903E5-1DCE-7EDE-5E1A-8252191EA099}"/>
              </a:ext>
            </a:extLst>
          </p:cNvPr>
          <p:cNvGrpSpPr/>
          <p:nvPr/>
        </p:nvGrpSpPr>
        <p:grpSpPr>
          <a:xfrm>
            <a:off x="24104980" y="1389600"/>
            <a:ext cx="3373167" cy="3738907"/>
            <a:chOff x="24057355" y="1389691"/>
            <a:chExt cx="3373167" cy="3738907"/>
          </a:xfrm>
        </p:grpSpPr>
        <p:sp>
          <p:nvSpPr>
            <p:cNvPr id="192" name="Retângulo 191">
              <a:extLst>
                <a:ext uri="{FF2B5EF4-FFF2-40B4-BE49-F238E27FC236}">
                  <a16:creationId xmlns:a16="http://schemas.microsoft.com/office/drawing/2014/main" id="{CF8C5A5E-C9F9-8143-7D23-4AEF33326643}"/>
                </a:ext>
              </a:extLst>
            </p:cNvPr>
            <p:cNvSpPr/>
            <p:nvPr/>
          </p:nvSpPr>
          <p:spPr>
            <a:xfrm>
              <a:off x="24087980" y="1786056"/>
              <a:ext cx="3342542" cy="3342542"/>
            </a:xfrm>
            <a:prstGeom prst="rect">
              <a:avLst/>
            </a:prstGeom>
            <a:solidFill>
              <a:srgbClr val="6699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4CDBA2D4-9369-2B2E-9990-0600698722D9}"/>
                </a:ext>
              </a:extLst>
            </p:cNvPr>
            <p:cNvSpPr/>
            <p:nvPr/>
          </p:nvSpPr>
          <p:spPr>
            <a:xfrm>
              <a:off x="24411065" y="2141273"/>
              <a:ext cx="2635122" cy="2635123"/>
            </a:xfrm>
            <a:prstGeom prst="ellipse">
              <a:avLst/>
            </a:prstGeom>
            <a:solidFill>
              <a:srgbClr val="FFFF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333500" h="13335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4" name="CaixaDeTexto 193">
              <a:extLst>
                <a:ext uri="{FF2B5EF4-FFF2-40B4-BE49-F238E27FC236}">
                  <a16:creationId xmlns:a16="http://schemas.microsoft.com/office/drawing/2014/main" id="{7ECA0BFB-03F4-40AB-B701-6BE31D3104E1}"/>
                </a:ext>
              </a:extLst>
            </p:cNvPr>
            <p:cNvSpPr txBox="1"/>
            <p:nvPr/>
          </p:nvSpPr>
          <p:spPr>
            <a:xfrm>
              <a:off x="25673274" y="1389691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H</a:t>
              </a:r>
            </a:p>
          </p:txBody>
        </p:sp>
        <p:sp>
          <p:nvSpPr>
            <p:cNvPr id="195" name="CaixaDeTexto 194">
              <a:extLst>
                <a:ext uri="{FF2B5EF4-FFF2-40B4-BE49-F238E27FC236}">
                  <a16:creationId xmlns:a16="http://schemas.microsoft.com/office/drawing/2014/main" id="{7DDA4541-E3AC-B5EF-C0BB-FBAD93C119F2}"/>
                </a:ext>
              </a:extLst>
            </p:cNvPr>
            <p:cNvSpPr txBox="1"/>
            <p:nvPr/>
          </p:nvSpPr>
          <p:spPr>
            <a:xfrm>
              <a:off x="24057355" y="4457136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Higgs</a:t>
              </a:r>
              <a:r>
                <a:rPr lang="pt-PT" sz="3200" dirty="0">
                  <a:latin typeface="Aptos Display" panose="020B0004020202020204" pitchFamily="34" charset="0"/>
                </a:rPr>
                <a:t> </a:t>
              </a:r>
              <a:r>
                <a:rPr lang="pt-PT" sz="3200" dirty="0" err="1">
                  <a:latin typeface="Aptos Display" panose="020B0004020202020204" pitchFamily="34" charset="0"/>
                </a:rPr>
                <a:t>Boson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196" name="CaixaDeTexto 195">
              <a:extLst>
                <a:ext uri="{FF2B5EF4-FFF2-40B4-BE49-F238E27FC236}">
                  <a16:creationId xmlns:a16="http://schemas.microsoft.com/office/drawing/2014/main" id="{3AD6E070-06D5-DFBB-5408-0FD9C10A9B06}"/>
                </a:ext>
              </a:extLst>
            </p:cNvPr>
            <p:cNvSpPr txBox="1"/>
            <p:nvPr/>
          </p:nvSpPr>
          <p:spPr>
            <a:xfrm>
              <a:off x="24250928" y="2074955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0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9BFBD5F-AA93-44A2-7CB4-28D7B5AA841B}"/>
              </a:ext>
            </a:extLst>
          </p:cNvPr>
          <p:cNvGrpSpPr/>
          <p:nvPr/>
        </p:nvGrpSpPr>
        <p:grpSpPr>
          <a:xfrm>
            <a:off x="8526404" y="1389600"/>
            <a:ext cx="3342542" cy="3748406"/>
            <a:chOff x="8526404" y="1399029"/>
            <a:chExt cx="3342542" cy="3748406"/>
          </a:xfrm>
        </p:grpSpPr>
        <p:sp>
          <p:nvSpPr>
            <p:cNvPr id="198" name="Retângulo 197">
              <a:extLst>
                <a:ext uri="{FF2B5EF4-FFF2-40B4-BE49-F238E27FC236}">
                  <a16:creationId xmlns:a16="http://schemas.microsoft.com/office/drawing/2014/main" id="{7E1F13DA-3EB8-37F8-D3C5-9ACAED2378CE}"/>
                </a:ext>
              </a:extLst>
            </p:cNvPr>
            <p:cNvSpPr/>
            <p:nvPr/>
          </p:nvSpPr>
          <p:spPr>
            <a:xfrm>
              <a:off x="8526404" y="1803035"/>
              <a:ext cx="3342542" cy="3344400"/>
            </a:xfrm>
            <a:prstGeom prst="rect">
              <a:avLst/>
            </a:prstGeom>
            <a:solidFill>
              <a:srgbClr val="33CCFF">
                <a:alpha val="3176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4BC62B8-14C6-3E07-571A-B9B6049E2FAC}"/>
                </a:ext>
              </a:extLst>
            </p:cNvPr>
            <p:cNvSpPr/>
            <p:nvPr/>
          </p:nvSpPr>
          <p:spPr>
            <a:xfrm>
              <a:off x="10115762" y="3474545"/>
              <a:ext cx="43199" cy="43199"/>
            </a:xfrm>
            <a:prstGeom prst="ellipse">
              <a:avLst/>
            </a:prstGeom>
            <a:solidFill>
              <a:srgbClr val="FF9966">
                <a:alpha val="60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 prstMaterial="plastic">
              <a:bevelT w="12700" h="12700"/>
              <a:bevelB w="0" h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2C739B48-208A-8A12-B6B9-B15DA213D6C3}"/>
                </a:ext>
              </a:extLst>
            </p:cNvPr>
            <p:cNvSpPr txBox="1"/>
            <p:nvPr/>
          </p:nvSpPr>
          <p:spPr>
            <a:xfrm>
              <a:off x="10446133" y="1399029"/>
              <a:ext cx="995651" cy="2542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5920" i="1" dirty="0">
                  <a:latin typeface="Aptos ExtraBold" panose="020F0502020204030204" pitchFamily="34" charset="0"/>
                </a:rPr>
                <a:t>e</a:t>
              </a:r>
            </a:p>
          </p:txBody>
        </p:sp>
        <p:sp>
          <p:nvSpPr>
            <p:cNvPr id="201" name="CaixaDeTexto 200">
              <a:extLst>
                <a:ext uri="{FF2B5EF4-FFF2-40B4-BE49-F238E27FC236}">
                  <a16:creationId xmlns:a16="http://schemas.microsoft.com/office/drawing/2014/main" id="{7A06CC58-2195-72A9-BEFF-7AAA552D765B}"/>
                </a:ext>
              </a:extLst>
            </p:cNvPr>
            <p:cNvSpPr txBox="1"/>
            <p:nvPr/>
          </p:nvSpPr>
          <p:spPr>
            <a:xfrm>
              <a:off x="8526404" y="4466474"/>
              <a:ext cx="33425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dirty="0" err="1">
                  <a:latin typeface="Aptos Display" panose="020B0004020202020204" pitchFamily="34" charset="0"/>
                </a:rPr>
                <a:t>Electron</a:t>
              </a:r>
              <a:endParaRPr lang="pt-PT" sz="3200" dirty="0">
                <a:latin typeface="Aptos Display" panose="020B0004020202020204" pitchFamily="34" charset="0"/>
              </a:endParaRPr>
            </a:p>
          </p:txBody>
        </p:sp>
        <p:sp>
          <p:nvSpPr>
            <p:cNvPr id="202" name="CaixaDeTexto 201">
              <a:extLst>
                <a:ext uri="{FF2B5EF4-FFF2-40B4-BE49-F238E27FC236}">
                  <a16:creationId xmlns:a16="http://schemas.microsoft.com/office/drawing/2014/main" id="{79AEB902-61D8-4E2F-8AF4-1487724D3239}"/>
                </a:ext>
              </a:extLst>
            </p:cNvPr>
            <p:cNvSpPr txBox="1"/>
            <p:nvPr/>
          </p:nvSpPr>
          <p:spPr>
            <a:xfrm>
              <a:off x="8668362" y="2073156"/>
              <a:ext cx="11582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3200" dirty="0">
                  <a:latin typeface="Aptos" panose="020B0004020202020204" pitchFamily="34" charset="0"/>
                </a:rPr>
                <a:t>- 1</a:t>
              </a:r>
            </a:p>
          </p:txBody>
        </p: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571FA19-7A82-324C-DF82-7096998BFB33}"/>
              </a:ext>
            </a:extLst>
          </p:cNvPr>
          <p:cNvSpPr/>
          <p:nvPr/>
        </p:nvSpPr>
        <p:spPr>
          <a:xfrm>
            <a:off x="887839" y="1789006"/>
            <a:ext cx="3344400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6D482EFB-8F38-0F95-9F33-C1D3A0607B2B}"/>
              </a:ext>
            </a:extLst>
          </p:cNvPr>
          <p:cNvSpPr/>
          <p:nvPr/>
        </p:nvSpPr>
        <p:spPr>
          <a:xfrm>
            <a:off x="2524913" y="3425960"/>
            <a:ext cx="69118" cy="69118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38100" h="381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DC4E409C-F7B8-3672-5A2D-7E438F181DF9}"/>
              </a:ext>
            </a:extLst>
          </p:cNvPr>
          <p:cNvSpPr txBox="1"/>
          <p:nvPr/>
        </p:nvSpPr>
        <p:spPr>
          <a:xfrm>
            <a:off x="888202" y="4458821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Up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/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Aptos" panose="020B00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4" name="CaixaDeTexto 123">
                <a:extLst>
                  <a:ext uri="{FF2B5EF4-FFF2-40B4-BE49-F238E27FC236}">
                    <a16:creationId xmlns:a16="http://schemas.microsoft.com/office/drawing/2014/main" id="{B896C0B1-3C5F-4853-F9C5-9CFCAE03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06" y="1850115"/>
                <a:ext cx="1158206" cy="1006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CaixaDeTexto 202">
            <a:extLst>
              <a:ext uri="{FF2B5EF4-FFF2-40B4-BE49-F238E27FC236}">
                <a16:creationId xmlns:a16="http://schemas.microsoft.com/office/drawing/2014/main" id="{8874B4BA-DC3F-044A-2A1D-0DE13EC08295}"/>
              </a:ext>
            </a:extLst>
          </p:cNvPr>
          <p:cNvSpPr txBox="1"/>
          <p:nvPr/>
        </p:nvSpPr>
        <p:spPr>
          <a:xfrm>
            <a:off x="2807389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u</a:t>
            </a:r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BFCD2BFE-3B96-4959-61DF-8F467D66FDBC}"/>
              </a:ext>
            </a:extLst>
          </p:cNvPr>
          <p:cNvSpPr/>
          <p:nvPr/>
        </p:nvSpPr>
        <p:spPr>
          <a:xfrm>
            <a:off x="4600285" y="1787231"/>
            <a:ext cx="3342542" cy="3344400"/>
          </a:xfrm>
          <a:prstGeom prst="rect">
            <a:avLst/>
          </a:prstGeom>
          <a:solidFill>
            <a:srgbClr val="CC99FF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EC2E43-D746-DA60-A0A4-4FEAE7703CBA}"/>
              </a:ext>
            </a:extLst>
          </p:cNvPr>
          <p:cNvSpPr/>
          <p:nvPr/>
        </p:nvSpPr>
        <p:spPr>
          <a:xfrm>
            <a:off x="6230682" y="3414104"/>
            <a:ext cx="89277" cy="89277"/>
          </a:xfrm>
          <a:prstGeom prst="ellipse">
            <a:avLst/>
          </a:prstGeom>
          <a:solidFill>
            <a:srgbClr val="99FF66">
              <a:alpha val="60000"/>
            </a:srgbClr>
          </a:solidFill>
          <a:ln>
            <a:noFill/>
          </a:ln>
          <a:scene3d>
            <a:camera prst="orthographicFront"/>
            <a:lightRig rig="threePt" dir="t"/>
          </a:scene3d>
          <a:sp3d prstMaterial="plastic">
            <a:bevelT w="44450" h="4445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5CEA4435-BC59-9B75-14E6-C71D0981A59E}"/>
              </a:ext>
            </a:extLst>
          </p:cNvPr>
          <p:cNvSpPr txBox="1"/>
          <p:nvPr/>
        </p:nvSpPr>
        <p:spPr>
          <a:xfrm>
            <a:off x="4600285" y="4457045"/>
            <a:ext cx="3342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 err="1">
                <a:latin typeface="Aptos Display" panose="020B0004020202020204" pitchFamily="34" charset="0"/>
              </a:rPr>
              <a:t>Down</a:t>
            </a:r>
            <a:endParaRPr lang="pt-PT" sz="3200" dirty="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/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sz="32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PT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t-PT" sz="32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8" name="CaixaDeTexto 137">
                <a:extLst>
                  <a:ext uri="{FF2B5EF4-FFF2-40B4-BE49-F238E27FC236}">
                    <a16:creationId xmlns:a16="http://schemas.microsoft.com/office/drawing/2014/main" id="{976D6450-56F7-F4A9-A838-30965E519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889" y="1848339"/>
                <a:ext cx="1158206" cy="10037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CaixaDeTexto 203">
            <a:extLst>
              <a:ext uri="{FF2B5EF4-FFF2-40B4-BE49-F238E27FC236}">
                <a16:creationId xmlns:a16="http://schemas.microsoft.com/office/drawing/2014/main" id="{AC53A308-08ED-8E03-0718-04B5188440AA}"/>
              </a:ext>
            </a:extLst>
          </p:cNvPr>
          <p:cNvSpPr txBox="1"/>
          <p:nvPr/>
        </p:nvSpPr>
        <p:spPr>
          <a:xfrm>
            <a:off x="6428576" y="1389600"/>
            <a:ext cx="995651" cy="254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920" i="1" dirty="0">
                <a:latin typeface="Aptos ExtraBold" panose="020F0502020204030204" pitchFamily="34" charset="0"/>
              </a:rPr>
              <a:t>d</a:t>
            </a: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BA31E8AB-EC99-CBFC-4BD7-8F816EB59C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561250" y="3733596"/>
            <a:ext cx="2744592" cy="800506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6196AED3-C1B1-9AEB-886A-4C6EF61A2D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90709" y="3750342"/>
            <a:ext cx="3320616" cy="79920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9EF01C1-077D-0C4B-77A7-EDEB4E749D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514166" y="7505126"/>
            <a:ext cx="3320616" cy="799200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0566D03C-0B45-9D53-67CB-5301E3486F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183881" y="7507985"/>
            <a:ext cx="3320616" cy="79920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FDE0EA91-6962-2032-65CF-10D25C3B7A4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290845" y="3845346"/>
            <a:ext cx="2946410" cy="58928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A956E68-5F64-4729-02D7-69E5F9A23194}"/>
              </a:ext>
            </a:extLst>
          </p:cNvPr>
          <p:cNvSpPr/>
          <p:nvPr/>
        </p:nvSpPr>
        <p:spPr>
          <a:xfrm>
            <a:off x="833255" y="1653042"/>
            <a:ext cx="7188470" cy="11025544"/>
          </a:xfrm>
          <a:prstGeom prst="rect">
            <a:avLst/>
          </a:prstGeom>
          <a:noFill/>
          <a:ln w="304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038C8E-A84B-A063-FC81-1E81E24BC47B}"/>
              </a:ext>
            </a:extLst>
          </p:cNvPr>
          <p:cNvSpPr/>
          <p:nvPr/>
        </p:nvSpPr>
        <p:spPr>
          <a:xfrm>
            <a:off x="20075464" y="1672048"/>
            <a:ext cx="3621629" cy="3570358"/>
          </a:xfrm>
          <a:prstGeom prst="rect">
            <a:avLst/>
          </a:prstGeom>
          <a:noFill/>
          <a:ln w="304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05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ixaDeTexto 38">
            <a:extLst>
              <a:ext uri="{FF2B5EF4-FFF2-40B4-BE49-F238E27FC236}">
                <a16:creationId xmlns:a16="http://schemas.microsoft.com/office/drawing/2014/main" id="{6DB6E388-250E-C448-C69A-904F778FBA61}"/>
              </a:ext>
            </a:extLst>
          </p:cNvPr>
          <p:cNvSpPr txBox="1"/>
          <p:nvPr/>
        </p:nvSpPr>
        <p:spPr>
          <a:xfrm>
            <a:off x="7413506" y="5676612"/>
            <a:ext cx="132526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latin typeface="Aptos" panose="020B0004020202020204" pitchFamily="34" charset="0"/>
              </a:rPr>
              <a:t>The</a:t>
            </a:r>
            <a:r>
              <a:rPr lang="pt-PT" sz="9600" b="1" dirty="0">
                <a:latin typeface="Aptos" panose="020B0004020202020204" pitchFamily="34" charset="0"/>
              </a:rPr>
              <a:t> Standard </a:t>
            </a:r>
            <a:r>
              <a:rPr lang="pt-PT" sz="9600" b="1" dirty="0" err="1">
                <a:latin typeface="Aptos" panose="020B0004020202020204" pitchFamily="34" charset="0"/>
              </a:rPr>
              <a:t>Model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of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Particle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Physics</a:t>
            </a:r>
            <a:r>
              <a:rPr lang="pt-PT" sz="9600" b="1" dirty="0">
                <a:latin typeface="Aptos" panose="020B0004020202020204" pitchFamily="34" charset="0"/>
              </a:rPr>
              <a:t> (SM)</a:t>
            </a:r>
            <a:endParaRPr lang="en-US" sz="96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7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242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59DD75C-00DF-927E-B37A-F73E6F20C899}"/>
              </a:ext>
            </a:extLst>
          </p:cNvPr>
          <p:cNvSpPr/>
          <p:nvPr/>
        </p:nvSpPr>
        <p:spPr>
          <a:xfrm>
            <a:off x="17012585" y="2908109"/>
            <a:ext cx="8263184" cy="3254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BA109E0-C0CE-E4DC-2658-C7B329E16181}"/>
              </a:ext>
            </a:extLst>
          </p:cNvPr>
          <p:cNvGrpSpPr/>
          <p:nvPr/>
        </p:nvGrpSpPr>
        <p:grpSpPr>
          <a:xfrm>
            <a:off x="1886187" y="2510478"/>
            <a:ext cx="11516483" cy="11154908"/>
            <a:chOff x="735806" y="1389600"/>
            <a:chExt cx="11516483" cy="11154908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5894A6CA-D5A2-765C-0E3C-29EB522DA251}"/>
                </a:ext>
              </a:extLst>
            </p:cNvPr>
            <p:cNvGrpSpPr/>
            <p:nvPr/>
          </p:nvGrpSpPr>
          <p:grpSpPr>
            <a:xfrm>
              <a:off x="736115" y="8805600"/>
              <a:ext cx="3496795" cy="3738907"/>
              <a:chOff x="736115" y="8805600"/>
              <a:chExt cx="3496795" cy="3738907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5633F450-05C5-FC75-8241-340A97D52480}"/>
                  </a:ext>
                </a:extLst>
              </p:cNvPr>
              <p:cNvSpPr/>
              <p:nvPr/>
            </p:nvSpPr>
            <p:spPr>
              <a:xfrm>
                <a:off x="888510" y="9201965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7F74DD54-5632-6C74-A035-9C069BA960AC}"/>
                  </a:ext>
                </a:extLst>
              </p:cNvPr>
              <p:cNvSpPr/>
              <p:nvPr/>
            </p:nvSpPr>
            <p:spPr>
              <a:xfrm>
                <a:off x="1619250" y="9934212"/>
                <a:ext cx="1881062" cy="1881062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6EBF391D-C667-EF89-6B58-1BAB8E9DB628}"/>
                  </a:ext>
                </a:extLst>
              </p:cNvPr>
              <p:cNvSpPr txBox="1"/>
              <p:nvPr/>
            </p:nvSpPr>
            <p:spPr>
              <a:xfrm>
                <a:off x="3133805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t</a:t>
                </a:r>
              </a:p>
            </p:txBody>
          </p:sp>
          <p:sp>
            <p:nvSpPr>
              <p:cNvPr id="114" name="CaixaDeTexto 113">
                <a:extLst>
                  <a:ext uri="{FF2B5EF4-FFF2-40B4-BE49-F238E27FC236}">
                    <a16:creationId xmlns:a16="http://schemas.microsoft.com/office/drawing/2014/main" id="{D7042230-279E-2B89-AA04-4584E3F8BA11}"/>
                  </a:ext>
                </a:extLst>
              </p:cNvPr>
              <p:cNvSpPr txBox="1"/>
              <p:nvPr/>
            </p:nvSpPr>
            <p:spPr>
              <a:xfrm>
                <a:off x="888511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>
                    <a:latin typeface="Aptos Display" panose="020B0004020202020204" pitchFamily="34" charset="0"/>
                  </a:rPr>
                  <a:t>Top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B51F5286-57B4-EC53-DC01-F6E317887FE7}"/>
                </a:ext>
              </a:extLst>
            </p:cNvPr>
            <p:cNvGrpSpPr/>
            <p:nvPr/>
          </p:nvGrpSpPr>
          <p:grpSpPr>
            <a:xfrm>
              <a:off x="769430" y="5072200"/>
              <a:ext cx="3495013" cy="3772498"/>
              <a:chOff x="769430" y="5072200"/>
              <a:chExt cx="3495013" cy="3772498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id="{94079373-38AB-AD53-813A-61454976ED45}"/>
                  </a:ext>
                </a:extLst>
              </p:cNvPr>
              <p:cNvSpPr/>
              <p:nvPr/>
            </p:nvSpPr>
            <p:spPr>
              <a:xfrm>
                <a:off x="886977" y="5502156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D47605B-D0BC-1EAC-2A2B-E6CBE2F212C7}"/>
                  </a:ext>
                </a:extLst>
              </p:cNvPr>
              <p:cNvSpPr/>
              <p:nvPr/>
            </p:nvSpPr>
            <p:spPr>
              <a:xfrm>
                <a:off x="1651772" y="6232027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CaixaDeTexto 117">
                <a:extLst>
                  <a:ext uri="{FF2B5EF4-FFF2-40B4-BE49-F238E27FC236}">
                    <a16:creationId xmlns:a16="http://schemas.microsoft.com/office/drawing/2014/main" id="{3D033202-E3C9-52CF-73E4-8AA06B58716F}"/>
                  </a:ext>
                </a:extLst>
              </p:cNvPr>
              <p:cNvSpPr txBox="1"/>
              <p:nvPr/>
            </p:nvSpPr>
            <p:spPr>
              <a:xfrm>
                <a:off x="2883311" y="50722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c</a:t>
                </a: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22C2D622-27FB-5A6A-DBD7-1FA3F115E988}"/>
                  </a:ext>
                </a:extLst>
              </p:cNvPr>
              <p:cNvSpPr txBox="1"/>
              <p:nvPr/>
            </p:nvSpPr>
            <p:spPr>
              <a:xfrm>
                <a:off x="921901" y="81396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Aptos Display" panose="020B0004020202020204" pitchFamily="34" charset="0"/>
                  </a:rPr>
                  <a:t>Charm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25ED779-D318-DD51-0C2F-C5CF935DB751}"/>
                </a:ext>
              </a:extLst>
            </p:cNvPr>
            <p:cNvGrpSpPr/>
            <p:nvPr/>
          </p:nvGrpSpPr>
          <p:grpSpPr>
            <a:xfrm>
              <a:off x="4452003" y="8805600"/>
              <a:ext cx="3494938" cy="3738908"/>
              <a:chOff x="4452003" y="8805600"/>
              <a:chExt cx="3494938" cy="3738908"/>
            </a:xfrm>
          </p:grpSpPr>
          <p:sp>
            <p:nvSpPr>
              <p:cNvPr id="125" name="Retângulo 124">
                <a:extLst>
                  <a:ext uri="{FF2B5EF4-FFF2-40B4-BE49-F238E27FC236}">
                    <a16:creationId xmlns:a16="http://schemas.microsoft.com/office/drawing/2014/main" id="{6EC8A6A1-BD1D-9579-14E5-C6C6C083AE97}"/>
                  </a:ext>
                </a:extLst>
              </p:cNvPr>
              <p:cNvSpPr/>
              <p:nvPr/>
            </p:nvSpPr>
            <p:spPr>
              <a:xfrm>
                <a:off x="4604399" y="9201966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3501F6F-7CB0-07C5-E88F-470FB1440EAA}"/>
                  </a:ext>
                </a:extLst>
              </p:cNvPr>
              <p:cNvSpPr/>
              <p:nvPr/>
            </p:nvSpPr>
            <p:spPr>
              <a:xfrm>
                <a:off x="5323319" y="9936195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CaixaDeTexto 126">
                <a:extLst>
                  <a:ext uri="{FF2B5EF4-FFF2-40B4-BE49-F238E27FC236}">
                    <a16:creationId xmlns:a16="http://schemas.microsoft.com/office/drawing/2014/main" id="{C632DB59-1392-EB26-6C5F-A3FAB4E5E082}"/>
                  </a:ext>
                </a:extLst>
              </p:cNvPr>
              <p:cNvSpPr txBox="1"/>
              <p:nvPr/>
            </p:nvSpPr>
            <p:spPr>
              <a:xfrm>
                <a:off x="6544902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b</a:t>
                </a:r>
              </a:p>
            </p:txBody>
          </p:sp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54354D69-5425-5E45-B7C6-F818757493C6}"/>
                  </a:ext>
                </a:extLst>
              </p:cNvPr>
              <p:cNvSpPr txBox="1"/>
              <p:nvPr/>
            </p:nvSpPr>
            <p:spPr>
              <a:xfrm>
                <a:off x="4604399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Bottom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/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21DD3240-CE58-2198-0080-60802661220E}"/>
                </a:ext>
              </a:extLst>
            </p:cNvPr>
            <p:cNvGrpSpPr/>
            <p:nvPr/>
          </p:nvGrpSpPr>
          <p:grpSpPr>
            <a:xfrm>
              <a:off x="735806" y="1389600"/>
              <a:ext cx="3496433" cy="3743806"/>
              <a:chOff x="735806" y="1389600"/>
              <a:chExt cx="3496433" cy="3743806"/>
            </a:xfrm>
          </p:grpSpPr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id="{1571FA19-7A82-324C-DF82-7096998BFB33}"/>
                  </a:ext>
                </a:extLst>
              </p:cNvPr>
              <p:cNvSpPr/>
              <p:nvPr/>
            </p:nvSpPr>
            <p:spPr>
              <a:xfrm>
                <a:off x="887839" y="1789006"/>
                <a:ext cx="3344400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D482EFB-8F38-0F95-9F33-C1D3A0607B2B}"/>
                  </a:ext>
                </a:extLst>
              </p:cNvPr>
              <p:cNvSpPr/>
              <p:nvPr/>
            </p:nvSpPr>
            <p:spPr>
              <a:xfrm>
                <a:off x="1653550" y="2514258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DC4E409C-F7B8-3672-5A2D-7E438F181DF9}"/>
                  </a:ext>
                </a:extLst>
              </p:cNvPr>
              <p:cNvSpPr txBox="1"/>
              <p:nvPr/>
            </p:nvSpPr>
            <p:spPr>
              <a:xfrm>
                <a:off x="888202" y="4458821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Up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/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8874B4BA-DC3F-044A-2A1D-0DE13EC08295}"/>
                  </a:ext>
                </a:extLst>
              </p:cNvPr>
              <p:cNvSpPr txBox="1"/>
              <p:nvPr/>
            </p:nvSpPr>
            <p:spPr>
              <a:xfrm>
                <a:off x="2807389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u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6C7AB715-B227-19F2-D230-05176B064EAD}"/>
                </a:ext>
              </a:extLst>
            </p:cNvPr>
            <p:cNvGrpSpPr/>
            <p:nvPr/>
          </p:nvGrpSpPr>
          <p:grpSpPr>
            <a:xfrm>
              <a:off x="4447889" y="1389600"/>
              <a:ext cx="3494938" cy="3742031"/>
              <a:chOff x="4447889" y="1389600"/>
              <a:chExt cx="3494938" cy="3742031"/>
            </a:xfrm>
          </p:grpSpPr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BFCD2BFE-3B96-4959-61DF-8F467D66FDBC}"/>
                  </a:ext>
                </a:extLst>
              </p:cNvPr>
              <p:cNvSpPr/>
              <p:nvPr/>
            </p:nvSpPr>
            <p:spPr>
              <a:xfrm>
                <a:off x="4600285" y="1787231"/>
                <a:ext cx="3342542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8EC2E43-D746-DA60-A0A4-4FEAE7703CBA}"/>
                  </a:ext>
                </a:extLst>
              </p:cNvPr>
              <p:cNvSpPr/>
              <p:nvPr/>
            </p:nvSpPr>
            <p:spPr>
              <a:xfrm>
                <a:off x="5323319" y="2521549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7" name="CaixaDeTexto 136">
                <a:extLst>
                  <a:ext uri="{FF2B5EF4-FFF2-40B4-BE49-F238E27FC236}">
                    <a16:creationId xmlns:a16="http://schemas.microsoft.com/office/drawing/2014/main" id="{5CEA4435-BC59-9B75-14E6-C71D0981A59E}"/>
                  </a:ext>
                </a:extLst>
              </p:cNvPr>
              <p:cNvSpPr txBox="1"/>
              <p:nvPr/>
            </p:nvSpPr>
            <p:spPr>
              <a:xfrm>
                <a:off x="4600285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Down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AC53A308-08ED-8E03-0718-04B5188440AA}"/>
                  </a:ext>
                </a:extLst>
              </p:cNvPr>
              <p:cNvSpPr txBox="1"/>
              <p:nvPr/>
            </p:nvSpPr>
            <p:spPr>
              <a:xfrm>
                <a:off x="6428576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d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7ED32BA9-3B48-453B-6F0F-36B555AB6501}"/>
                </a:ext>
              </a:extLst>
            </p:cNvPr>
            <p:cNvGrpSpPr/>
            <p:nvPr/>
          </p:nvGrpSpPr>
          <p:grpSpPr>
            <a:xfrm>
              <a:off x="8909621" y="1389600"/>
              <a:ext cx="3342668" cy="3740414"/>
              <a:chOff x="8909621" y="1389600"/>
              <a:chExt cx="3342668" cy="3740414"/>
            </a:xfrm>
          </p:grpSpPr>
          <p:sp>
            <p:nvSpPr>
              <p:cNvPr id="181" name="Retângulo 180">
                <a:extLst>
                  <a:ext uri="{FF2B5EF4-FFF2-40B4-BE49-F238E27FC236}">
                    <a16:creationId xmlns:a16="http://schemas.microsoft.com/office/drawing/2014/main" id="{CA4F0E45-84B0-8868-A3AC-385FD39D15FF}"/>
                  </a:ext>
                </a:extLst>
              </p:cNvPr>
              <p:cNvSpPr/>
              <p:nvPr/>
            </p:nvSpPr>
            <p:spPr>
              <a:xfrm>
                <a:off x="8909621" y="1787472"/>
                <a:ext cx="3342542" cy="3342542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2" name="CaixaDeTexto 181">
                <a:extLst>
                  <a:ext uri="{FF2B5EF4-FFF2-40B4-BE49-F238E27FC236}">
                    <a16:creationId xmlns:a16="http://schemas.microsoft.com/office/drawing/2014/main" id="{0DF13C44-2CF2-E68C-4346-DCB3F26AB8B5}"/>
                  </a:ext>
                </a:extLst>
              </p:cNvPr>
              <p:cNvSpPr txBox="1"/>
              <p:nvPr/>
            </p:nvSpPr>
            <p:spPr>
              <a:xfrm>
                <a:off x="10865675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183" name="CaixaDeTexto 182">
                <a:extLst>
                  <a:ext uri="{FF2B5EF4-FFF2-40B4-BE49-F238E27FC236}">
                    <a16:creationId xmlns:a16="http://schemas.microsoft.com/office/drawing/2014/main" id="{9D5C9AB6-ABBD-2911-9208-FCE76077DDE6}"/>
                  </a:ext>
                </a:extLst>
              </p:cNvPr>
              <p:cNvSpPr txBox="1"/>
              <p:nvPr/>
            </p:nvSpPr>
            <p:spPr>
              <a:xfrm>
                <a:off x="8909747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Gluon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4" name="CaixaDeTexto 183">
                <a:extLst>
                  <a:ext uri="{FF2B5EF4-FFF2-40B4-BE49-F238E27FC236}">
                    <a16:creationId xmlns:a16="http://schemas.microsoft.com/office/drawing/2014/main" id="{7E75B096-21AF-AE7D-AD32-D29E77AC3ED8}"/>
                  </a:ext>
                </a:extLst>
              </p:cNvPr>
              <p:cNvSpPr txBox="1"/>
              <p:nvPr/>
            </p:nvSpPr>
            <p:spPr>
              <a:xfrm>
                <a:off x="9063155" y="204930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3200" dirty="0">
                    <a:latin typeface="Aptos" panose="020B0004020202020204" pitchFamily="34" charset="0"/>
                  </a:rPr>
                  <a:t>0</a:t>
                </a:r>
              </a:p>
            </p:txBody>
          </p:sp>
          <p:pic>
            <p:nvPicPr>
              <p:cNvPr id="20" name="Gráfico 19">
                <a:extLst>
                  <a:ext uri="{FF2B5EF4-FFF2-40B4-BE49-F238E27FC236}">
                    <a16:creationId xmlns:a16="http://schemas.microsoft.com/office/drawing/2014/main" id="{2FCFC786-DD72-090F-4312-DC7B24FDB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208596" y="3737806"/>
                <a:ext cx="2744592" cy="800506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006B0015-2D62-3A27-BCE9-47F59F8ECCF2}"/>
                </a:ext>
              </a:extLst>
            </p:cNvPr>
            <p:cNvGrpSpPr/>
            <p:nvPr/>
          </p:nvGrpSpPr>
          <p:grpSpPr>
            <a:xfrm>
              <a:off x="4446771" y="5097600"/>
              <a:ext cx="3494938" cy="3740287"/>
              <a:chOff x="4446771" y="5097600"/>
              <a:chExt cx="3494938" cy="3740287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58BEC822-0A64-CF7D-7ABF-6169AF8E3890}"/>
                  </a:ext>
                </a:extLst>
              </p:cNvPr>
              <p:cNvSpPr/>
              <p:nvPr/>
            </p:nvSpPr>
            <p:spPr>
              <a:xfrm>
                <a:off x="4599167" y="5495345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CE86457-FEAA-07F7-1093-734617856C31}"/>
                  </a:ext>
                </a:extLst>
              </p:cNvPr>
              <p:cNvSpPr/>
              <p:nvPr/>
            </p:nvSpPr>
            <p:spPr>
              <a:xfrm>
                <a:off x="5336856" y="6258706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1856B91-D5ED-6ED3-99AA-B9B32F767EBA}"/>
                  </a:ext>
                </a:extLst>
              </p:cNvPr>
              <p:cNvSpPr txBox="1"/>
              <p:nvPr/>
            </p:nvSpPr>
            <p:spPr>
              <a:xfrm>
                <a:off x="4599167" y="8165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Strange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/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2" name="CaixaDeTexto 131">
                <a:extLst>
                  <a:ext uri="{FF2B5EF4-FFF2-40B4-BE49-F238E27FC236}">
                    <a16:creationId xmlns:a16="http://schemas.microsoft.com/office/drawing/2014/main" id="{DC9FDA2D-10F1-684D-E764-6993ABF0EA7D}"/>
                  </a:ext>
                </a:extLst>
              </p:cNvPr>
              <p:cNvSpPr txBox="1"/>
              <p:nvPr/>
            </p:nvSpPr>
            <p:spPr>
              <a:xfrm>
                <a:off x="6565339" y="5097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s</a:t>
                </a:r>
              </a:p>
            </p:txBody>
          </p:sp>
        </p:grp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858071-986D-811A-92E9-5086AAC83B38}"/>
              </a:ext>
            </a:extLst>
          </p:cNvPr>
          <p:cNvSpPr txBox="1"/>
          <p:nvPr/>
        </p:nvSpPr>
        <p:spPr>
          <a:xfrm>
            <a:off x="17012585" y="3798997"/>
            <a:ext cx="8263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" panose="020B0004020202020204" pitchFamily="34" charset="0"/>
              </a:rPr>
              <a:t>Quantum </a:t>
            </a:r>
            <a:r>
              <a:rPr lang="pt-PT" sz="4800" dirty="0" err="1">
                <a:latin typeface="Aptos" panose="020B0004020202020204" pitchFamily="34" charset="0"/>
              </a:rPr>
              <a:t>Chromodynamics</a:t>
            </a:r>
            <a:r>
              <a:rPr lang="pt-PT" sz="4800" dirty="0">
                <a:latin typeface="Aptos" panose="020B0004020202020204" pitchFamily="34" charset="0"/>
              </a:rPr>
              <a:t> (QCD)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DB6E388-250E-C448-C69A-904F778FBA61}"/>
              </a:ext>
            </a:extLst>
          </p:cNvPr>
          <p:cNvSpPr txBox="1"/>
          <p:nvPr/>
        </p:nvSpPr>
        <p:spPr>
          <a:xfrm>
            <a:off x="7413506" y="581199"/>
            <a:ext cx="1325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latin typeface="Aptos" panose="020B0004020202020204" pitchFamily="34" charset="0"/>
              </a:rPr>
              <a:t>Strong</a:t>
            </a:r>
            <a:r>
              <a:rPr lang="pt-PT" sz="9600" b="1" dirty="0">
                <a:latin typeface="Aptos" panose="020B0004020202020204" pitchFamily="34" charset="0"/>
              </a:rPr>
              <a:t> Sector </a:t>
            </a:r>
            <a:r>
              <a:rPr lang="pt-PT" sz="9600" b="1" dirty="0" err="1">
                <a:latin typeface="Aptos" panose="020B0004020202020204" pitchFamily="34" charset="0"/>
              </a:rPr>
              <a:t>of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the</a:t>
            </a:r>
            <a:r>
              <a:rPr lang="pt-PT" sz="9600" b="1" dirty="0">
                <a:latin typeface="Aptos" panose="020B0004020202020204" pitchFamily="34" charset="0"/>
              </a:rPr>
              <a:t> SM</a:t>
            </a:r>
            <a:endParaRPr lang="en-US" sz="9600" b="1" dirty="0">
              <a:latin typeface="Aptos" panose="020B00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0B418A-6E5D-8552-5006-F6B084B3D475}"/>
              </a:ext>
            </a:extLst>
          </p:cNvPr>
          <p:cNvSpPr txBox="1"/>
          <p:nvPr/>
        </p:nvSpPr>
        <p:spPr>
          <a:xfrm>
            <a:off x="13402418" y="3502399"/>
            <a:ext cx="40808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3800" dirty="0">
                <a:latin typeface="Aptos" panose="020B0004020202020204" pitchFamily="34" charset="0"/>
              </a:rPr>
              <a:t>+</a:t>
            </a:r>
            <a:endParaRPr lang="en-US" sz="13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8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59DD75C-00DF-927E-B37A-F73E6F20C899}"/>
              </a:ext>
            </a:extLst>
          </p:cNvPr>
          <p:cNvSpPr/>
          <p:nvPr/>
        </p:nvSpPr>
        <p:spPr>
          <a:xfrm>
            <a:off x="17012585" y="2908109"/>
            <a:ext cx="8263184" cy="3254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BA109E0-C0CE-E4DC-2658-C7B329E16181}"/>
              </a:ext>
            </a:extLst>
          </p:cNvPr>
          <p:cNvGrpSpPr/>
          <p:nvPr/>
        </p:nvGrpSpPr>
        <p:grpSpPr>
          <a:xfrm>
            <a:off x="1886187" y="2510478"/>
            <a:ext cx="11516483" cy="11154908"/>
            <a:chOff x="735806" y="1389600"/>
            <a:chExt cx="11516483" cy="11154908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5894A6CA-D5A2-765C-0E3C-29EB522DA251}"/>
                </a:ext>
              </a:extLst>
            </p:cNvPr>
            <p:cNvGrpSpPr/>
            <p:nvPr/>
          </p:nvGrpSpPr>
          <p:grpSpPr>
            <a:xfrm>
              <a:off x="736115" y="8805600"/>
              <a:ext cx="3496795" cy="3738907"/>
              <a:chOff x="736115" y="8805600"/>
              <a:chExt cx="3496795" cy="3738907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5633F450-05C5-FC75-8241-340A97D52480}"/>
                  </a:ext>
                </a:extLst>
              </p:cNvPr>
              <p:cNvSpPr/>
              <p:nvPr/>
            </p:nvSpPr>
            <p:spPr>
              <a:xfrm>
                <a:off x="888510" y="9201965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7F74DD54-5632-6C74-A035-9C069BA960AC}"/>
                  </a:ext>
                </a:extLst>
              </p:cNvPr>
              <p:cNvSpPr/>
              <p:nvPr/>
            </p:nvSpPr>
            <p:spPr>
              <a:xfrm>
                <a:off x="1619250" y="9934212"/>
                <a:ext cx="1881062" cy="1881062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6EBF391D-C667-EF89-6B58-1BAB8E9DB628}"/>
                  </a:ext>
                </a:extLst>
              </p:cNvPr>
              <p:cNvSpPr txBox="1"/>
              <p:nvPr/>
            </p:nvSpPr>
            <p:spPr>
              <a:xfrm>
                <a:off x="3133805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t</a:t>
                </a:r>
              </a:p>
            </p:txBody>
          </p:sp>
          <p:sp>
            <p:nvSpPr>
              <p:cNvPr id="114" name="CaixaDeTexto 113">
                <a:extLst>
                  <a:ext uri="{FF2B5EF4-FFF2-40B4-BE49-F238E27FC236}">
                    <a16:creationId xmlns:a16="http://schemas.microsoft.com/office/drawing/2014/main" id="{D7042230-279E-2B89-AA04-4584E3F8BA11}"/>
                  </a:ext>
                </a:extLst>
              </p:cNvPr>
              <p:cNvSpPr txBox="1"/>
              <p:nvPr/>
            </p:nvSpPr>
            <p:spPr>
              <a:xfrm>
                <a:off x="888511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>
                    <a:latin typeface="Aptos Display" panose="020B0004020202020204" pitchFamily="34" charset="0"/>
                  </a:rPr>
                  <a:t>Top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B51F5286-57B4-EC53-DC01-F6E317887FE7}"/>
                </a:ext>
              </a:extLst>
            </p:cNvPr>
            <p:cNvGrpSpPr/>
            <p:nvPr/>
          </p:nvGrpSpPr>
          <p:grpSpPr>
            <a:xfrm>
              <a:off x="769430" y="5072200"/>
              <a:ext cx="3495013" cy="3772498"/>
              <a:chOff x="769430" y="5072200"/>
              <a:chExt cx="3495013" cy="3772498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id="{94079373-38AB-AD53-813A-61454976ED45}"/>
                  </a:ext>
                </a:extLst>
              </p:cNvPr>
              <p:cNvSpPr/>
              <p:nvPr/>
            </p:nvSpPr>
            <p:spPr>
              <a:xfrm>
                <a:off x="886977" y="5502156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D47605B-D0BC-1EAC-2A2B-E6CBE2F212C7}"/>
                  </a:ext>
                </a:extLst>
              </p:cNvPr>
              <p:cNvSpPr/>
              <p:nvPr/>
            </p:nvSpPr>
            <p:spPr>
              <a:xfrm>
                <a:off x="1651772" y="6232027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CaixaDeTexto 117">
                <a:extLst>
                  <a:ext uri="{FF2B5EF4-FFF2-40B4-BE49-F238E27FC236}">
                    <a16:creationId xmlns:a16="http://schemas.microsoft.com/office/drawing/2014/main" id="{3D033202-E3C9-52CF-73E4-8AA06B58716F}"/>
                  </a:ext>
                </a:extLst>
              </p:cNvPr>
              <p:cNvSpPr txBox="1"/>
              <p:nvPr/>
            </p:nvSpPr>
            <p:spPr>
              <a:xfrm>
                <a:off x="2883311" y="50722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c</a:t>
                </a: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22C2D622-27FB-5A6A-DBD7-1FA3F115E988}"/>
                  </a:ext>
                </a:extLst>
              </p:cNvPr>
              <p:cNvSpPr txBox="1"/>
              <p:nvPr/>
            </p:nvSpPr>
            <p:spPr>
              <a:xfrm>
                <a:off x="921901" y="81396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Aptos Display" panose="020B0004020202020204" pitchFamily="34" charset="0"/>
                  </a:rPr>
                  <a:t>Charm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25ED779-D318-DD51-0C2F-C5CF935DB751}"/>
                </a:ext>
              </a:extLst>
            </p:cNvPr>
            <p:cNvGrpSpPr/>
            <p:nvPr/>
          </p:nvGrpSpPr>
          <p:grpSpPr>
            <a:xfrm>
              <a:off x="4452003" y="8805600"/>
              <a:ext cx="3494938" cy="3738908"/>
              <a:chOff x="4452003" y="8805600"/>
              <a:chExt cx="3494938" cy="3738908"/>
            </a:xfrm>
          </p:grpSpPr>
          <p:sp>
            <p:nvSpPr>
              <p:cNvPr id="125" name="Retângulo 124">
                <a:extLst>
                  <a:ext uri="{FF2B5EF4-FFF2-40B4-BE49-F238E27FC236}">
                    <a16:creationId xmlns:a16="http://schemas.microsoft.com/office/drawing/2014/main" id="{6EC8A6A1-BD1D-9579-14E5-C6C6C083AE97}"/>
                  </a:ext>
                </a:extLst>
              </p:cNvPr>
              <p:cNvSpPr/>
              <p:nvPr/>
            </p:nvSpPr>
            <p:spPr>
              <a:xfrm>
                <a:off x="4604399" y="9201966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3501F6F-7CB0-07C5-E88F-470FB1440EAA}"/>
                  </a:ext>
                </a:extLst>
              </p:cNvPr>
              <p:cNvSpPr/>
              <p:nvPr/>
            </p:nvSpPr>
            <p:spPr>
              <a:xfrm>
                <a:off x="5323319" y="9936195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CaixaDeTexto 126">
                <a:extLst>
                  <a:ext uri="{FF2B5EF4-FFF2-40B4-BE49-F238E27FC236}">
                    <a16:creationId xmlns:a16="http://schemas.microsoft.com/office/drawing/2014/main" id="{C632DB59-1392-EB26-6C5F-A3FAB4E5E082}"/>
                  </a:ext>
                </a:extLst>
              </p:cNvPr>
              <p:cNvSpPr txBox="1"/>
              <p:nvPr/>
            </p:nvSpPr>
            <p:spPr>
              <a:xfrm>
                <a:off x="6544902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b</a:t>
                </a:r>
              </a:p>
            </p:txBody>
          </p:sp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54354D69-5425-5E45-B7C6-F818757493C6}"/>
                  </a:ext>
                </a:extLst>
              </p:cNvPr>
              <p:cNvSpPr txBox="1"/>
              <p:nvPr/>
            </p:nvSpPr>
            <p:spPr>
              <a:xfrm>
                <a:off x="4604399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Bottom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/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21DD3240-CE58-2198-0080-60802661220E}"/>
                </a:ext>
              </a:extLst>
            </p:cNvPr>
            <p:cNvGrpSpPr/>
            <p:nvPr/>
          </p:nvGrpSpPr>
          <p:grpSpPr>
            <a:xfrm>
              <a:off x="735806" y="1389600"/>
              <a:ext cx="3496433" cy="3743806"/>
              <a:chOff x="735806" y="1389600"/>
              <a:chExt cx="3496433" cy="3743806"/>
            </a:xfrm>
          </p:grpSpPr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id="{1571FA19-7A82-324C-DF82-7096998BFB33}"/>
                  </a:ext>
                </a:extLst>
              </p:cNvPr>
              <p:cNvSpPr/>
              <p:nvPr/>
            </p:nvSpPr>
            <p:spPr>
              <a:xfrm>
                <a:off x="887839" y="1789006"/>
                <a:ext cx="3344400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D482EFB-8F38-0F95-9F33-C1D3A0607B2B}"/>
                  </a:ext>
                </a:extLst>
              </p:cNvPr>
              <p:cNvSpPr/>
              <p:nvPr/>
            </p:nvSpPr>
            <p:spPr>
              <a:xfrm>
                <a:off x="1653550" y="2514258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DC4E409C-F7B8-3672-5A2D-7E438F181DF9}"/>
                  </a:ext>
                </a:extLst>
              </p:cNvPr>
              <p:cNvSpPr txBox="1"/>
              <p:nvPr/>
            </p:nvSpPr>
            <p:spPr>
              <a:xfrm>
                <a:off x="888202" y="4458821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Up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/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8874B4BA-DC3F-044A-2A1D-0DE13EC08295}"/>
                  </a:ext>
                </a:extLst>
              </p:cNvPr>
              <p:cNvSpPr txBox="1"/>
              <p:nvPr/>
            </p:nvSpPr>
            <p:spPr>
              <a:xfrm>
                <a:off x="2807389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u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6C7AB715-B227-19F2-D230-05176B064EAD}"/>
                </a:ext>
              </a:extLst>
            </p:cNvPr>
            <p:cNvGrpSpPr/>
            <p:nvPr/>
          </p:nvGrpSpPr>
          <p:grpSpPr>
            <a:xfrm>
              <a:off x="4447889" y="1389600"/>
              <a:ext cx="3494938" cy="3742031"/>
              <a:chOff x="4447889" y="1389600"/>
              <a:chExt cx="3494938" cy="3742031"/>
            </a:xfrm>
          </p:grpSpPr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BFCD2BFE-3B96-4959-61DF-8F467D66FDBC}"/>
                  </a:ext>
                </a:extLst>
              </p:cNvPr>
              <p:cNvSpPr/>
              <p:nvPr/>
            </p:nvSpPr>
            <p:spPr>
              <a:xfrm>
                <a:off x="4600285" y="1787231"/>
                <a:ext cx="3342542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8EC2E43-D746-DA60-A0A4-4FEAE7703CBA}"/>
                  </a:ext>
                </a:extLst>
              </p:cNvPr>
              <p:cNvSpPr/>
              <p:nvPr/>
            </p:nvSpPr>
            <p:spPr>
              <a:xfrm>
                <a:off x="5323319" y="2521549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7" name="CaixaDeTexto 136">
                <a:extLst>
                  <a:ext uri="{FF2B5EF4-FFF2-40B4-BE49-F238E27FC236}">
                    <a16:creationId xmlns:a16="http://schemas.microsoft.com/office/drawing/2014/main" id="{5CEA4435-BC59-9B75-14E6-C71D0981A59E}"/>
                  </a:ext>
                </a:extLst>
              </p:cNvPr>
              <p:cNvSpPr txBox="1"/>
              <p:nvPr/>
            </p:nvSpPr>
            <p:spPr>
              <a:xfrm>
                <a:off x="4600285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Down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AC53A308-08ED-8E03-0718-04B5188440AA}"/>
                  </a:ext>
                </a:extLst>
              </p:cNvPr>
              <p:cNvSpPr txBox="1"/>
              <p:nvPr/>
            </p:nvSpPr>
            <p:spPr>
              <a:xfrm>
                <a:off x="6428576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d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7ED32BA9-3B48-453B-6F0F-36B555AB6501}"/>
                </a:ext>
              </a:extLst>
            </p:cNvPr>
            <p:cNvGrpSpPr/>
            <p:nvPr/>
          </p:nvGrpSpPr>
          <p:grpSpPr>
            <a:xfrm>
              <a:off x="8909621" y="1389600"/>
              <a:ext cx="3342668" cy="3740414"/>
              <a:chOff x="8909621" y="1389600"/>
              <a:chExt cx="3342668" cy="3740414"/>
            </a:xfrm>
          </p:grpSpPr>
          <p:sp>
            <p:nvSpPr>
              <p:cNvPr id="181" name="Retângulo 180">
                <a:extLst>
                  <a:ext uri="{FF2B5EF4-FFF2-40B4-BE49-F238E27FC236}">
                    <a16:creationId xmlns:a16="http://schemas.microsoft.com/office/drawing/2014/main" id="{CA4F0E45-84B0-8868-A3AC-385FD39D15FF}"/>
                  </a:ext>
                </a:extLst>
              </p:cNvPr>
              <p:cNvSpPr/>
              <p:nvPr/>
            </p:nvSpPr>
            <p:spPr>
              <a:xfrm>
                <a:off x="8909621" y="1787472"/>
                <a:ext cx="3342542" cy="3342542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2" name="CaixaDeTexto 181">
                <a:extLst>
                  <a:ext uri="{FF2B5EF4-FFF2-40B4-BE49-F238E27FC236}">
                    <a16:creationId xmlns:a16="http://schemas.microsoft.com/office/drawing/2014/main" id="{0DF13C44-2CF2-E68C-4346-DCB3F26AB8B5}"/>
                  </a:ext>
                </a:extLst>
              </p:cNvPr>
              <p:cNvSpPr txBox="1"/>
              <p:nvPr/>
            </p:nvSpPr>
            <p:spPr>
              <a:xfrm>
                <a:off x="10865675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183" name="CaixaDeTexto 182">
                <a:extLst>
                  <a:ext uri="{FF2B5EF4-FFF2-40B4-BE49-F238E27FC236}">
                    <a16:creationId xmlns:a16="http://schemas.microsoft.com/office/drawing/2014/main" id="{9D5C9AB6-ABBD-2911-9208-FCE76077DDE6}"/>
                  </a:ext>
                </a:extLst>
              </p:cNvPr>
              <p:cNvSpPr txBox="1"/>
              <p:nvPr/>
            </p:nvSpPr>
            <p:spPr>
              <a:xfrm>
                <a:off x="8909747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Gluon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4" name="CaixaDeTexto 183">
                <a:extLst>
                  <a:ext uri="{FF2B5EF4-FFF2-40B4-BE49-F238E27FC236}">
                    <a16:creationId xmlns:a16="http://schemas.microsoft.com/office/drawing/2014/main" id="{7E75B096-21AF-AE7D-AD32-D29E77AC3ED8}"/>
                  </a:ext>
                </a:extLst>
              </p:cNvPr>
              <p:cNvSpPr txBox="1"/>
              <p:nvPr/>
            </p:nvSpPr>
            <p:spPr>
              <a:xfrm>
                <a:off x="9063155" y="204930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3200" dirty="0">
                    <a:latin typeface="Aptos" panose="020B0004020202020204" pitchFamily="34" charset="0"/>
                  </a:rPr>
                  <a:t>0</a:t>
                </a:r>
              </a:p>
            </p:txBody>
          </p:sp>
          <p:pic>
            <p:nvPicPr>
              <p:cNvPr id="20" name="Gráfico 19">
                <a:extLst>
                  <a:ext uri="{FF2B5EF4-FFF2-40B4-BE49-F238E27FC236}">
                    <a16:creationId xmlns:a16="http://schemas.microsoft.com/office/drawing/2014/main" id="{2FCFC786-DD72-090F-4312-DC7B24FDB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208596" y="3737806"/>
                <a:ext cx="2744592" cy="800506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006B0015-2D62-3A27-BCE9-47F59F8ECCF2}"/>
                </a:ext>
              </a:extLst>
            </p:cNvPr>
            <p:cNvGrpSpPr/>
            <p:nvPr/>
          </p:nvGrpSpPr>
          <p:grpSpPr>
            <a:xfrm>
              <a:off x="4446771" y="5097600"/>
              <a:ext cx="3494938" cy="3740287"/>
              <a:chOff x="4446771" y="5097600"/>
              <a:chExt cx="3494938" cy="3740287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58BEC822-0A64-CF7D-7ABF-6169AF8E3890}"/>
                  </a:ext>
                </a:extLst>
              </p:cNvPr>
              <p:cNvSpPr/>
              <p:nvPr/>
            </p:nvSpPr>
            <p:spPr>
              <a:xfrm>
                <a:off x="4599167" y="5495345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CE86457-FEAA-07F7-1093-734617856C31}"/>
                  </a:ext>
                </a:extLst>
              </p:cNvPr>
              <p:cNvSpPr/>
              <p:nvPr/>
            </p:nvSpPr>
            <p:spPr>
              <a:xfrm>
                <a:off x="5336856" y="6258706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1856B91-D5ED-6ED3-99AA-B9B32F767EBA}"/>
                  </a:ext>
                </a:extLst>
              </p:cNvPr>
              <p:cNvSpPr txBox="1"/>
              <p:nvPr/>
            </p:nvSpPr>
            <p:spPr>
              <a:xfrm>
                <a:off x="4599167" y="8165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Strange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/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2" name="CaixaDeTexto 131">
                <a:extLst>
                  <a:ext uri="{FF2B5EF4-FFF2-40B4-BE49-F238E27FC236}">
                    <a16:creationId xmlns:a16="http://schemas.microsoft.com/office/drawing/2014/main" id="{DC9FDA2D-10F1-684D-E764-6993ABF0EA7D}"/>
                  </a:ext>
                </a:extLst>
              </p:cNvPr>
              <p:cNvSpPr txBox="1"/>
              <p:nvPr/>
            </p:nvSpPr>
            <p:spPr>
              <a:xfrm>
                <a:off x="6565339" y="5097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s</a:t>
                </a:r>
              </a:p>
            </p:txBody>
          </p:sp>
        </p:grp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858071-986D-811A-92E9-5086AAC83B38}"/>
              </a:ext>
            </a:extLst>
          </p:cNvPr>
          <p:cNvSpPr txBox="1"/>
          <p:nvPr/>
        </p:nvSpPr>
        <p:spPr>
          <a:xfrm>
            <a:off x="17012585" y="3798997"/>
            <a:ext cx="8263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" panose="020B0004020202020204" pitchFamily="34" charset="0"/>
              </a:rPr>
              <a:t>Quantum </a:t>
            </a:r>
            <a:r>
              <a:rPr lang="pt-PT" sz="4800" dirty="0" err="1">
                <a:latin typeface="Aptos" panose="020B0004020202020204" pitchFamily="34" charset="0"/>
              </a:rPr>
              <a:t>Chromodynamics</a:t>
            </a:r>
            <a:r>
              <a:rPr lang="pt-PT" sz="4800" dirty="0">
                <a:latin typeface="Aptos" panose="020B0004020202020204" pitchFamily="34" charset="0"/>
              </a:rPr>
              <a:t> (QCD)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DB6E388-250E-C448-C69A-904F778FBA61}"/>
              </a:ext>
            </a:extLst>
          </p:cNvPr>
          <p:cNvSpPr txBox="1"/>
          <p:nvPr/>
        </p:nvSpPr>
        <p:spPr>
          <a:xfrm>
            <a:off x="7413506" y="581199"/>
            <a:ext cx="1325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latin typeface="Aptos" panose="020B0004020202020204" pitchFamily="34" charset="0"/>
              </a:rPr>
              <a:t>Strong</a:t>
            </a:r>
            <a:r>
              <a:rPr lang="pt-PT" sz="9600" b="1" dirty="0">
                <a:latin typeface="Aptos" panose="020B0004020202020204" pitchFamily="34" charset="0"/>
              </a:rPr>
              <a:t> Sector </a:t>
            </a:r>
            <a:r>
              <a:rPr lang="pt-PT" sz="9600" b="1" dirty="0" err="1">
                <a:latin typeface="Aptos" panose="020B0004020202020204" pitchFamily="34" charset="0"/>
              </a:rPr>
              <a:t>of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the</a:t>
            </a:r>
            <a:r>
              <a:rPr lang="pt-PT" sz="9600" b="1" dirty="0">
                <a:latin typeface="Aptos" panose="020B0004020202020204" pitchFamily="34" charset="0"/>
              </a:rPr>
              <a:t> SM</a:t>
            </a:r>
            <a:endParaRPr lang="en-US" sz="9600" b="1" dirty="0">
              <a:latin typeface="Aptos" panose="020B00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0B418A-6E5D-8552-5006-F6B084B3D475}"/>
              </a:ext>
            </a:extLst>
          </p:cNvPr>
          <p:cNvSpPr txBox="1"/>
          <p:nvPr/>
        </p:nvSpPr>
        <p:spPr>
          <a:xfrm>
            <a:off x="13402418" y="3502399"/>
            <a:ext cx="40808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3800" dirty="0">
                <a:latin typeface="Aptos" panose="020B0004020202020204" pitchFamily="34" charset="0"/>
              </a:rPr>
              <a:t>+</a:t>
            </a:r>
            <a:endParaRPr lang="en-US" sz="138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E2CAEE-7B62-C08A-8BE0-78509D93AABF}"/>
              </a:ext>
            </a:extLst>
          </p:cNvPr>
          <p:cNvSpPr txBox="1"/>
          <p:nvPr/>
        </p:nvSpPr>
        <p:spPr>
          <a:xfrm>
            <a:off x="11371742" y="8133759"/>
            <a:ext cx="13974470" cy="1093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Make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up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protons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neutrons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other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particles</a:t>
            </a:r>
            <a:endParaRPr lang="pt-PT" sz="4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755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59DD75C-00DF-927E-B37A-F73E6F20C899}"/>
              </a:ext>
            </a:extLst>
          </p:cNvPr>
          <p:cNvSpPr/>
          <p:nvPr/>
        </p:nvSpPr>
        <p:spPr>
          <a:xfrm>
            <a:off x="17012585" y="2908109"/>
            <a:ext cx="8263184" cy="3254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BA109E0-C0CE-E4DC-2658-C7B329E16181}"/>
              </a:ext>
            </a:extLst>
          </p:cNvPr>
          <p:cNvGrpSpPr/>
          <p:nvPr/>
        </p:nvGrpSpPr>
        <p:grpSpPr>
          <a:xfrm>
            <a:off x="1886187" y="2510478"/>
            <a:ext cx="11516483" cy="11154908"/>
            <a:chOff x="735806" y="1389600"/>
            <a:chExt cx="11516483" cy="11154908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5894A6CA-D5A2-765C-0E3C-29EB522DA251}"/>
                </a:ext>
              </a:extLst>
            </p:cNvPr>
            <p:cNvGrpSpPr/>
            <p:nvPr/>
          </p:nvGrpSpPr>
          <p:grpSpPr>
            <a:xfrm>
              <a:off x="736115" y="8805600"/>
              <a:ext cx="3496795" cy="3738907"/>
              <a:chOff x="736115" y="8805600"/>
              <a:chExt cx="3496795" cy="3738907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5633F450-05C5-FC75-8241-340A97D52480}"/>
                  </a:ext>
                </a:extLst>
              </p:cNvPr>
              <p:cNvSpPr/>
              <p:nvPr/>
            </p:nvSpPr>
            <p:spPr>
              <a:xfrm>
                <a:off x="888510" y="9201965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7F74DD54-5632-6C74-A035-9C069BA960AC}"/>
                  </a:ext>
                </a:extLst>
              </p:cNvPr>
              <p:cNvSpPr/>
              <p:nvPr/>
            </p:nvSpPr>
            <p:spPr>
              <a:xfrm>
                <a:off x="1619250" y="9934212"/>
                <a:ext cx="1881062" cy="1881062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6EBF391D-C667-EF89-6B58-1BAB8E9DB628}"/>
                  </a:ext>
                </a:extLst>
              </p:cNvPr>
              <p:cNvSpPr txBox="1"/>
              <p:nvPr/>
            </p:nvSpPr>
            <p:spPr>
              <a:xfrm>
                <a:off x="3133805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t</a:t>
                </a:r>
              </a:p>
            </p:txBody>
          </p:sp>
          <p:sp>
            <p:nvSpPr>
              <p:cNvPr id="114" name="CaixaDeTexto 113">
                <a:extLst>
                  <a:ext uri="{FF2B5EF4-FFF2-40B4-BE49-F238E27FC236}">
                    <a16:creationId xmlns:a16="http://schemas.microsoft.com/office/drawing/2014/main" id="{D7042230-279E-2B89-AA04-4584E3F8BA11}"/>
                  </a:ext>
                </a:extLst>
              </p:cNvPr>
              <p:cNvSpPr txBox="1"/>
              <p:nvPr/>
            </p:nvSpPr>
            <p:spPr>
              <a:xfrm>
                <a:off x="888511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>
                    <a:latin typeface="Aptos Display" panose="020B0004020202020204" pitchFamily="34" charset="0"/>
                  </a:rPr>
                  <a:t>Top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B51F5286-57B4-EC53-DC01-F6E317887FE7}"/>
                </a:ext>
              </a:extLst>
            </p:cNvPr>
            <p:cNvGrpSpPr/>
            <p:nvPr/>
          </p:nvGrpSpPr>
          <p:grpSpPr>
            <a:xfrm>
              <a:off x="769430" y="5072200"/>
              <a:ext cx="3495013" cy="3772498"/>
              <a:chOff x="769430" y="5072200"/>
              <a:chExt cx="3495013" cy="3772498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id="{94079373-38AB-AD53-813A-61454976ED45}"/>
                  </a:ext>
                </a:extLst>
              </p:cNvPr>
              <p:cNvSpPr/>
              <p:nvPr/>
            </p:nvSpPr>
            <p:spPr>
              <a:xfrm>
                <a:off x="886977" y="5502156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D47605B-D0BC-1EAC-2A2B-E6CBE2F212C7}"/>
                  </a:ext>
                </a:extLst>
              </p:cNvPr>
              <p:cNvSpPr/>
              <p:nvPr/>
            </p:nvSpPr>
            <p:spPr>
              <a:xfrm>
                <a:off x="1651772" y="6232027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CaixaDeTexto 117">
                <a:extLst>
                  <a:ext uri="{FF2B5EF4-FFF2-40B4-BE49-F238E27FC236}">
                    <a16:creationId xmlns:a16="http://schemas.microsoft.com/office/drawing/2014/main" id="{3D033202-E3C9-52CF-73E4-8AA06B58716F}"/>
                  </a:ext>
                </a:extLst>
              </p:cNvPr>
              <p:cNvSpPr txBox="1"/>
              <p:nvPr/>
            </p:nvSpPr>
            <p:spPr>
              <a:xfrm>
                <a:off x="2883311" y="50722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c</a:t>
                </a: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22C2D622-27FB-5A6A-DBD7-1FA3F115E988}"/>
                  </a:ext>
                </a:extLst>
              </p:cNvPr>
              <p:cNvSpPr txBox="1"/>
              <p:nvPr/>
            </p:nvSpPr>
            <p:spPr>
              <a:xfrm>
                <a:off x="921901" y="81396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Aptos Display" panose="020B0004020202020204" pitchFamily="34" charset="0"/>
                  </a:rPr>
                  <a:t>Charm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25ED779-D318-DD51-0C2F-C5CF935DB751}"/>
                </a:ext>
              </a:extLst>
            </p:cNvPr>
            <p:cNvGrpSpPr/>
            <p:nvPr/>
          </p:nvGrpSpPr>
          <p:grpSpPr>
            <a:xfrm>
              <a:off x="4452003" y="8805600"/>
              <a:ext cx="3494938" cy="3738908"/>
              <a:chOff x="4452003" y="8805600"/>
              <a:chExt cx="3494938" cy="3738908"/>
            </a:xfrm>
          </p:grpSpPr>
          <p:sp>
            <p:nvSpPr>
              <p:cNvPr id="125" name="Retângulo 124">
                <a:extLst>
                  <a:ext uri="{FF2B5EF4-FFF2-40B4-BE49-F238E27FC236}">
                    <a16:creationId xmlns:a16="http://schemas.microsoft.com/office/drawing/2014/main" id="{6EC8A6A1-BD1D-9579-14E5-C6C6C083AE97}"/>
                  </a:ext>
                </a:extLst>
              </p:cNvPr>
              <p:cNvSpPr/>
              <p:nvPr/>
            </p:nvSpPr>
            <p:spPr>
              <a:xfrm>
                <a:off x="4604399" y="9201966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3501F6F-7CB0-07C5-E88F-470FB1440EAA}"/>
                  </a:ext>
                </a:extLst>
              </p:cNvPr>
              <p:cNvSpPr/>
              <p:nvPr/>
            </p:nvSpPr>
            <p:spPr>
              <a:xfrm>
                <a:off x="5323319" y="9936195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CaixaDeTexto 126">
                <a:extLst>
                  <a:ext uri="{FF2B5EF4-FFF2-40B4-BE49-F238E27FC236}">
                    <a16:creationId xmlns:a16="http://schemas.microsoft.com/office/drawing/2014/main" id="{C632DB59-1392-EB26-6C5F-A3FAB4E5E082}"/>
                  </a:ext>
                </a:extLst>
              </p:cNvPr>
              <p:cNvSpPr txBox="1"/>
              <p:nvPr/>
            </p:nvSpPr>
            <p:spPr>
              <a:xfrm>
                <a:off x="6544902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b</a:t>
                </a:r>
              </a:p>
            </p:txBody>
          </p:sp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54354D69-5425-5E45-B7C6-F818757493C6}"/>
                  </a:ext>
                </a:extLst>
              </p:cNvPr>
              <p:cNvSpPr txBox="1"/>
              <p:nvPr/>
            </p:nvSpPr>
            <p:spPr>
              <a:xfrm>
                <a:off x="4604399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Bottom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/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21DD3240-CE58-2198-0080-60802661220E}"/>
                </a:ext>
              </a:extLst>
            </p:cNvPr>
            <p:cNvGrpSpPr/>
            <p:nvPr/>
          </p:nvGrpSpPr>
          <p:grpSpPr>
            <a:xfrm>
              <a:off x="735806" y="1389600"/>
              <a:ext cx="3496433" cy="3743806"/>
              <a:chOff x="735806" y="1389600"/>
              <a:chExt cx="3496433" cy="3743806"/>
            </a:xfrm>
          </p:grpSpPr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id="{1571FA19-7A82-324C-DF82-7096998BFB33}"/>
                  </a:ext>
                </a:extLst>
              </p:cNvPr>
              <p:cNvSpPr/>
              <p:nvPr/>
            </p:nvSpPr>
            <p:spPr>
              <a:xfrm>
                <a:off x="887839" y="1789006"/>
                <a:ext cx="3344400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D482EFB-8F38-0F95-9F33-C1D3A0607B2B}"/>
                  </a:ext>
                </a:extLst>
              </p:cNvPr>
              <p:cNvSpPr/>
              <p:nvPr/>
            </p:nvSpPr>
            <p:spPr>
              <a:xfrm>
                <a:off x="1653550" y="2514258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DC4E409C-F7B8-3672-5A2D-7E438F181DF9}"/>
                  </a:ext>
                </a:extLst>
              </p:cNvPr>
              <p:cNvSpPr txBox="1"/>
              <p:nvPr/>
            </p:nvSpPr>
            <p:spPr>
              <a:xfrm>
                <a:off x="888202" y="4458821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Up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/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8874B4BA-DC3F-044A-2A1D-0DE13EC08295}"/>
                  </a:ext>
                </a:extLst>
              </p:cNvPr>
              <p:cNvSpPr txBox="1"/>
              <p:nvPr/>
            </p:nvSpPr>
            <p:spPr>
              <a:xfrm>
                <a:off x="2807389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u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6C7AB715-B227-19F2-D230-05176B064EAD}"/>
                </a:ext>
              </a:extLst>
            </p:cNvPr>
            <p:cNvGrpSpPr/>
            <p:nvPr/>
          </p:nvGrpSpPr>
          <p:grpSpPr>
            <a:xfrm>
              <a:off x="4447889" y="1389600"/>
              <a:ext cx="3494938" cy="3742031"/>
              <a:chOff x="4447889" y="1389600"/>
              <a:chExt cx="3494938" cy="3742031"/>
            </a:xfrm>
          </p:grpSpPr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BFCD2BFE-3B96-4959-61DF-8F467D66FDBC}"/>
                  </a:ext>
                </a:extLst>
              </p:cNvPr>
              <p:cNvSpPr/>
              <p:nvPr/>
            </p:nvSpPr>
            <p:spPr>
              <a:xfrm>
                <a:off x="4600285" y="1787231"/>
                <a:ext cx="3342542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8EC2E43-D746-DA60-A0A4-4FEAE7703CBA}"/>
                  </a:ext>
                </a:extLst>
              </p:cNvPr>
              <p:cNvSpPr/>
              <p:nvPr/>
            </p:nvSpPr>
            <p:spPr>
              <a:xfrm>
                <a:off x="5323319" y="2521549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7" name="CaixaDeTexto 136">
                <a:extLst>
                  <a:ext uri="{FF2B5EF4-FFF2-40B4-BE49-F238E27FC236}">
                    <a16:creationId xmlns:a16="http://schemas.microsoft.com/office/drawing/2014/main" id="{5CEA4435-BC59-9B75-14E6-C71D0981A59E}"/>
                  </a:ext>
                </a:extLst>
              </p:cNvPr>
              <p:cNvSpPr txBox="1"/>
              <p:nvPr/>
            </p:nvSpPr>
            <p:spPr>
              <a:xfrm>
                <a:off x="4600285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Down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AC53A308-08ED-8E03-0718-04B5188440AA}"/>
                  </a:ext>
                </a:extLst>
              </p:cNvPr>
              <p:cNvSpPr txBox="1"/>
              <p:nvPr/>
            </p:nvSpPr>
            <p:spPr>
              <a:xfrm>
                <a:off x="6428576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d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7ED32BA9-3B48-453B-6F0F-36B555AB6501}"/>
                </a:ext>
              </a:extLst>
            </p:cNvPr>
            <p:cNvGrpSpPr/>
            <p:nvPr/>
          </p:nvGrpSpPr>
          <p:grpSpPr>
            <a:xfrm>
              <a:off x="8909621" y="1389600"/>
              <a:ext cx="3342668" cy="3740414"/>
              <a:chOff x="8909621" y="1389600"/>
              <a:chExt cx="3342668" cy="3740414"/>
            </a:xfrm>
          </p:grpSpPr>
          <p:sp>
            <p:nvSpPr>
              <p:cNvPr id="181" name="Retângulo 180">
                <a:extLst>
                  <a:ext uri="{FF2B5EF4-FFF2-40B4-BE49-F238E27FC236}">
                    <a16:creationId xmlns:a16="http://schemas.microsoft.com/office/drawing/2014/main" id="{CA4F0E45-84B0-8868-A3AC-385FD39D15FF}"/>
                  </a:ext>
                </a:extLst>
              </p:cNvPr>
              <p:cNvSpPr/>
              <p:nvPr/>
            </p:nvSpPr>
            <p:spPr>
              <a:xfrm>
                <a:off x="8909621" y="1787472"/>
                <a:ext cx="3342542" cy="3342542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2" name="CaixaDeTexto 181">
                <a:extLst>
                  <a:ext uri="{FF2B5EF4-FFF2-40B4-BE49-F238E27FC236}">
                    <a16:creationId xmlns:a16="http://schemas.microsoft.com/office/drawing/2014/main" id="{0DF13C44-2CF2-E68C-4346-DCB3F26AB8B5}"/>
                  </a:ext>
                </a:extLst>
              </p:cNvPr>
              <p:cNvSpPr txBox="1"/>
              <p:nvPr/>
            </p:nvSpPr>
            <p:spPr>
              <a:xfrm>
                <a:off x="10865675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183" name="CaixaDeTexto 182">
                <a:extLst>
                  <a:ext uri="{FF2B5EF4-FFF2-40B4-BE49-F238E27FC236}">
                    <a16:creationId xmlns:a16="http://schemas.microsoft.com/office/drawing/2014/main" id="{9D5C9AB6-ABBD-2911-9208-FCE76077DDE6}"/>
                  </a:ext>
                </a:extLst>
              </p:cNvPr>
              <p:cNvSpPr txBox="1"/>
              <p:nvPr/>
            </p:nvSpPr>
            <p:spPr>
              <a:xfrm>
                <a:off x="8909747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Gluon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4" name="CaixaDeTexto 183">
                <a:extLst>
                  <a:ext uri="{FF2B5EF4-FFF2-40B4-BE49-F238E27FC236}">
                    <a16:creationId xmlns:a16="http://schemas.microsoft.com/office/drawing/2014/main" id="{7E75B096-21AF-AE7D-AD32-D29E77AC3ED8}"/>
                  </a:ext>
                </a:extLst>
              </p:cNvPr>
              <p:cNvSpPr txBox="1"/>
              <p:nvPr/>
            </p:nvSpPr>
            <p:spPr>
              <a:xfrm>
                <a:off x="9063155" y="204930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3200" dirty="0">
                    <a:latin typeface="Aptos" panose="020B0004020202020204" pitchFamily="34" charset="0"/>
                  </a:rPr>
                  <a:t>0</a:t>
                </a:r>
              </a:p>
            </p:txBody>
          </p:sp>
          <p:pic>
            <p:nvPicPr>
              <p:cNvPr id="20" name="Gráfico 19">
                <a:extLst>
                  <a:ext uri="{FF2B5EF4-FFF2-40B4-BE49-F238E27FC236}">
                    <a16:creationId xmlns:a16="http://schemas.microsoft.com/office/drawing/2014/main" id="{2FCFC786-DD72-090F-4312-DC7B24FDB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208596" y="3737806"/>
                <a:ext cx="2744592" cy="800506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006B0015-2D62-3A27-BCE9-47F59F8ECCF2}"/>
                </a:ext>
              </a:extLst>
            </p:cNvPr>
            <p:cNvGrpSpPr/>
            <p:nvPr/>
          </p:nvGrpSpPr>
          <p:grpSpPr>
            <a:xfrm>
              <a:off x="4446771" y="5097600"/>
              <a:ext cx="3494938" cy="3740287"/>
              <a:chOff x="4446771" y="5097600"/>
              <a:chExt cx="3494938" cy="3740287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58BEC822-0A64-CF7D-7ABF-6169AF8E3890}"/>
                  </a:ext>
                </a:extLst>
              </p:cNvPr>
              <p:cNvSpPr/>
              <p:nvPr/>
            </p:nvSpPr>
            <p:spPr>
              <a:xfrm>
                <a:off x="4599167" y="5495345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CE86457-FEAA-07F7-1093-734617856C31}"/>
                  </a:ext>
                </a:extLst>
              </p:cNvPr>
              <p:cNvSpPr/>
              <p:nvPr/>
            </p:nvSpPr>
            <p:spPr>
              <a:xfrm>
                <a:off x="5336856" y="6258706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1856B91-D5ED-6ED3-99AA-B9B32F767EBA}"/>
                  </a:ext>
                </a:extLst>
              </p:cNvPr>
              <p:cNvSpPr txBox="1"/>
              <p:nvPr/>
            </p:nvSpPr>
            <p:spPr>
              <a:xfrm>
                <a:off x="4599167" y="8165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Strange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/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2" name="CaixaDeTexto 131">
                <a:extLst>
                  <a:ext uri="{FF2B5EF4-FFF2-40B4-BE49-F238E27FC236}">
                    <a16:creationId xmlns:a16="http://schemas.microsoft.com/office/drawing/2014/main" id="{DC9FDA2D-10F1-684D-E764-6993ABF0EA7D}"/>
                  </a:ext>
                </a:extLst>
              </p:cNvPr>
              <p:cNvSpPr txBox="1"/>
              <p:nvPr/>
            </p:nvSpPr>
            <p:spPr>
              <a:xfrm>
                <a:off x="6565339" y="5097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s</a:t>
                </a:r>
              </a:p>
            </p:txBody>
          </p:sp>
        </p:grp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858071-986D-811A-92E9-5086AAC83B38}"/>
              </a:ext>
            </a:extLst>
          </p:cNvPr>
          <p:cNvSpPr txBox="1"/>
          <p:nvPr/>
        </p:nvSpPr>
        <p:spPr>
          <a:xfrm>
            <a:off x="17012585" y="3798997"/>
            <a:ext cx="8263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" panose="020B0004020202020204" pitchFamily="34" charset="0"/>
              </a:rPr>
              <a:t>Quantum </a:t>
            </a:r>
            <a:r>
              <a:rPr lang="pt-PT" sz="4800" dirty="0" err="1">
                <a:latin typeface="Aptos" panose="020B0004020202020204" pitchFamily="34" charset="0"/>
              </a:rPr>
              <a:t>Chromodynamics</a:t>
            </a:r>
            <a:r>
              <a:rPr lang="pt-PT" sz="4800" dirty="0">
                <a:latin typeface="Aptos" panose="020B0004020202020204" pitchFamily="34" charset="0"/>
              </a:rPr>
              <a:t> (QCD)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DB6E388-250E-C448-C69A-904F778FBA61}"/>
              </a:ext>
            </a:extLst>
          </p:cNvPr>
          <p:cNvSpPr txBox="1"/>
          <p:nvPr/>
        </p:nvSpPr>
        <p:spPr>
          <a:xfrm>
            <a:off x="7413506" y="581199"/>
            <a:ext cx="1325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latin typeface="Aptos" panose="020B0004020202020204" pitchFamily="34" charset="0"/>
              </a:rPr>
              <a:t>Strong</a:t>
            </a:r>
            <a:r>
              <a:rPr lang="pt-PT" sz="9600" b="1" dirty="0">
                <a:latin typeface="Aptos" panose="020B0004020202020204" pitchFamily="34" charset="0"/>
              </a:rPr>
              <a:t> Sector </a:t>
            </a:r>
            <a:r>
              <a:rPr lang="pt-PT" sz="9600" b="1" dirty="0" err="1">
                <a:latin typeface="Aptos" panose="020B0004020202020204" pitchFamily="34" charset="0"/>
              </a:rPr>
              <a:t>of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the</a:t>
            </a:r>
            <a:r>
              <a:rPr lang="pt-PT" sz="9600" b="1" dirty="0">
                <a:latin typeface="Aptos" panose="020B0004020202020204" pitchFamily="34" charset="0"/>
              </a:rPr>
              <a:t> SM</a:t>
            </a:r>
            <a:endParaRPr lang="en-US" sz="9600" b="1" dirty="0">
              <a:latin typeface="Aptos" panose="020B00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0B418A-6E5D-8552-5006-F6B084B3D475}"/>
              </a:ext>
            </a:extLst>
          </p:cNvPr>
          <p:cNvSpPr txBox="1"/>
          <p:nvPr/>
        </p:nvSpPr>
        <p:spPr>
          <a:xfrm>
            <a:off x="13402418" y="3502399"/>
            <a:ext cx="40808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3800" dirty="0">
                <a:latin typeface="Aptos" panose="020B0004020202020204" pitchFamily="34" charset="0"/>
              </a:rPr>
              <a:t>+</a:t>
            </a:r>
            <a:endParaRPr lang="en-US" sz="138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E2CAEE-7B62-C08A-8BE0-78509D93AABF}"/>
              </a:ext>
            </a:extLst>
          </p:cNvPr>
          <p:cNvSpPr txBox="1"/>
          <p:nvPr/>
        </p:nvSpPr>
        <p:spPr>
          <a:xfrm>
            <a:off x="11371742" y="8133759"/>
            <a:ext cx="13974470" cy="2201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Make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up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protons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neutrons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other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particles</a:t>
            </a:r>
            <a:endParaRPr lang="pt-PT" sz="4800" dirty="0">
              <a:latin typeface="Aptos" panose="020B0004020202020204" pitchFamily="34" charset="0"/>
            </a:endParaRP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Keeps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nucleons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together</a:t>
            </a:r>
            <a:r>
              <a:rPr lang="pt-PT" sz="4800" dirty="0">
                <a:latin typeface="Aptos" panose="020B0004020202020204" pitchFamily="34" charset="0"/>
              </a:rPr>
              <a:t> in </a:t>
            </a:r>
            <a:r>
              <a:rPr lang="pt-PT" sz="4800" dirty="0" err="1">
                <a:latin typeface="Aptos" panose="020B0004020202020204" pitchFamily="34" charset="0"/>
              </a:rPr>
              <a:t>nuclei</a:t>
            </a:r>
            <a:endParaRPr lang="pt-PT" sz="4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3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59DD75C-00DF-927E-B37A-F73E6F20C899}"/>
              </a:ext>
            </a:extLst>
          </p:cNvPr>
          <p:cNvSpPr/>
          <p:nvPr/>
        </p:nvSpPr>
        <p:spPr>
          <a:xfrm>
            <a:off x="17012585" y="2908109"/>
            <a:ext cx="8263184" cy="3254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0BA109E0-C0CE-E4DC-2658-C7B329E16181}"/>
              </a:ext>
            </a:extLst>
          </p:cNvPr>
          <p:cNvGrpSpPr/>
          <p:nvPr/>
        </p:nvGrpSpPr>
        <p:grpSpPr>
          <a:xfrm>
            <a:off x="1886187" y="2510478"/>
            <a:ext cx="11516483" cy="11154908"/>
            <a:chOff x="735806" y="1389600"/>
            <a:chExt cx="11516483" cy="11154908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5894A6CA-D5A2-765C-0E3C-29EB522DA251}"/>
                </a:ext>
              </a:extLst>
            </p:cNvPr>
            <p:cNvGrpSpPr/>
            <p:nvPr/>
          </p:nvGrpSpPr>
          <p:grpSpPr>
            <a:xfrm>
              <a:off x="736115" y="8805600"/>
              <a:ext cx="3496795" cy="3738907"/>
              <a:chOff x="736115" y="8805600"/>
              <a:chExt cx="3496795" cy="3738907"/>
            </a:xfrm>
          </p:grpSpPr>
          <p:sp>
            <p:nvSpPr>
              <p:cNvPr id="111" name="Retângulo 110">
                <a:extLst>
                  <a:ext uri="{FF2B5EF4-FFF2-40B4-BE49-F238E27FC236}">
                    <a16:creationId xmlns:a16="http://schemas.microsoft.com/office/drawing/2014/main" id="{5633F450-05C5-FC75-8241-340A97D52480}"/>
                  </a:ext>
                </a:extLst>
              </p:cNvPr>
              <p:cNvSpPr/>
              <p:nvPr/>
            </p:nvSpPr>
            <p:spPr>
              <a:xfrm>
                <a:off x="888510" y="9201965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7F74DD54-5632-6C74-A035-9C069BA960AC}"/>
                  </a:ext>
                </a:extLst>
              </p:cNvPr>
              <p:cNvSpPr/>
              <p:nvPr/>
            </p:nvSpPr>
            <p:spPr>
              <a:xfrm>
                <a:off x="1619250" y="9934212"/>
                <a:ext cx="1881062" cy="1881062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3" name="CaixaDeTexto 112">
                <a:extLst>
                  <a:ext uri="{FF2B5EF4-FFF2-40B4-BE49-F238E27FC236}">
                    <a16:creationId xmlns:a16="http://schemas.microsoft.com/office/drawing/2014/main" id="{6EBF391D-C667-EF89-6B58-1BAB8E9DB628}"/>
                  </a:ext>
                </a:extLst>
              </p:cNvPr>
              <p:cNvSpPr txBox="1"/>
              <p:nvPr/>
            </p:nvSpPr>
            <p:spPr>
              <a:xfrm>
                <a:off x="3133805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t</a:t>
                </a:r>
              </a:p>
            </p:txBody>
          </p:sp>
          <p:sp>
            <p:nvSpPr>
              <p:cNvPr id="114" name="CaixaDeTexto 113">
                <a:extLst>
                  <a:ext uri="{FF2B5EF4-FFF2-40B4-BE49-F238E27FC236}">
                    <a16:creationId xmlns:a16="http://schemas.microsoft.com/office/drawing/2014/main" id="{D7042230-279E-2B89-AA04-4584E3F8BA11}"/>
                  </a:ext>
                </a:extLst>
              </p:cNvPr>
              <p:cNvSpPr txBox="1"/>
              <p:nvPr/>
            </p:nvSpPr>
            <p:spPr>
              <a:xfrm>
                <a:off x="888511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>
                    <a:latin typeface="Aptos Display" panose="020B0004020202020204" pitchFamily="34" charset="0"/>
                  </a:rPr>
                  <a:t>Top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/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5" name="CaixaDeTexto 114">
                    <a:extLst>
                      <a:ext uri="{FF2B5EF4-FFF2-40B4-BE49-F238E27FC236}">
                        <a16:creationId xmlns:a16="http://schemas.microsoft.com/office/drawing/2014/main" id="{D6F056CA-A5BE-12B6-F515-A7B264F09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6115" y="9264339"/>
                    <a:ext cx="1158206" cy="100610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B51F5286-57B4-EC53-DC01-F6E317887FE7}"/>
                </a:ext>
              </a:extLst>
            </p:cNvPr>
            <p:cNvGrpSpPr/>
            <p:nvPr/>
          </p:nvGrpSpPr>
          <p:grpSpPr>
            <a:xfrm>
              <a:off x="769430" y="5072200"/>
              <a:ext cx="3495013" cy="3772498"/>
              <a:chOff x="769430" y="5072200"/>
              <a:chExt cx="3495013" cy="3772498"/>
            </a:xfrm>
          </p:grpSpPr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id="{94079373-38AB-AD53-813A-61454976ED45}"/>
                  </a:ext>
                </a:extLst>
              </p:cNvPr>
              <p:cNvSpPr/>
              <p:nvPr/>
            </p:nvSpPr>
            <p:spPr>
              <a:xfrm>
                <a:off x="886977" y="5502156"/>
                <a:ext cx="3344400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BD47605B-D0BC-1EAC-2A2B-E6CBE2F212C7}"/>
                  </a:ext>
                </a:extLst>
              </p:cNvPr>
              <p:cNvSpPr/>
              <p:nvPr/>
            </p:nvSpPr>
            <p:spPr>
              <a:xfrm>
                <a:off x="1651772" y="6232027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CaixaDeTexto 117">
                <a:extLst>
                  <a:ext uri="{FF2B5EF4-FFF2-40B4-BE49-F238E27FC236}">
                    <a16:creationId xmlns:a16="http://schemas.microsoft.com/office/drawing/2014/main" id="{3D033202-E3C9-52CF-73E4-8AA06B58716F}"/>
                  </a:ext>
                </a:extLst>
              </p:cNvPr>
              <p:cNvSpPr txBox="1"/>
              <p:nvPr/>
            </p:nvSpPr>
            <p:spPr>
              <a:xfrm>
                <a:off x="2883311" y="50722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c</a:t>
                </a:r>
              </a:p>
            </p:txBody>
          </p:sp>
          <p:sp>
            <p:nvSpPr>
              <p:cNvPr id="119" name="CaixaDeTexto 118">
                <a:extLst>
                  <a:ext uri="{FF2B5EF4-FFF2-40B4-BE49-F238E27FC236}">
                    <a16:creationId xmlns:a16="http://schemas.microsoft.com/office/drawing/2014/main" id="{22C2D622-27FB-5A6A-DBD7-1FA3F115E988}"/>
                  </a:ext>
                </a:extLst>
              </p:cNvPr>
              <p:cNvSpPr txBox="1"/>
              <p:nvPr/>
            </p:nvSpPr>
            <p:spPr>
              <a:xfrm>
                <a:off x="921901" y="81396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latin typeface="Aptos Display" panose="020B0004020202020204" pitchFamily="34" charset="0"/>
                  </a:rPr>
                  <a:t>Charm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/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8D9998C1-9BDE-97EE-E4B6-85536AF248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9430" y="5508820"/>
                    <a:ext cx="1158206" cy="100610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25ED779-D318-DD51-0C2F-C5CF935DB751}"/>
                </a:ext>
              </a:extLst>
            </p:cNvPr>
            <p:cNvGrpSpPr/>
            <p:nvPr/>
          </p:nvGrpSpPr>
          <p:grpSpPr>
            <a:xfrm>
              <a:off x="4452003" y="8805600"/>
              <a:ext cx="3494938" cy="3738908"/>
              <a:chOff x="4452003" y="8805600"/>
              <a:chExt cx="3494938" cy="3738908"/>
            </a:xfrm>
          </p:grpSpPr>
          <p:sp>
            <p:nvSpPr>
              <p:cNvPr id="125" name="Retângulo 124">
                <a:extLst>
                  <a:ext uri="{FF2B5EF4-FFF2-40B4-BE49-F238E27FC236}">
                    <a16:creationId xmlns:a16="http://schemas.microsoft.com/office/drawing/2014/main" id="{6EC8A6A1-BD1D-9579-14E5-C6C6C083AE97}"/>
                  </a:ext>
                </a:extLst>
              </p:cNvPr>
              <p:cNvSpPr/>
              <p:nvPr/>
            </p:nvSpPr>
            <p:spPr>
              <a:xfrm>
                <a:off x="4604399" y="9201966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3501F6F-7CB0-07C5-E88F-470FB1440EAA}"/>
                  </a:ext>
                </a:extLst>
              </p:cNvPr>
              <p:cNvSpPr/>
              <p:nvPr/>
            </p:nvSpPr>
            <p:spPr>
              <a:xfrm>
                <a:off x="5323319" y="9936195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CaixaDeTexto 126">
                <a:extLst>
                  <a:ext uri="{FF2B5EF4-FFF2-40B4-BE49-F238E27FC236}">
                    <a16:creationId xmlns:a16="http://schemas.microsoft.com/office/drawing/2014/main" id="{C632DB59-1392-EB26-6C5F-A3FAB4E5E082}"/>
                  </a:ext>
                </a:extLst>
              </p:cNvPr>
              <p:cNvSpPr txBox="1"/>
              <p:nvPr/>
            </p:nvSpPr>
            <p:spPr>
              <a:xfrm>
                <a:off x="6544902" y="8805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b</a:t>
                </a:r>
              </a:p>
            </p:txBody>
          </p:sp>
          <p:sp>
            <p:nvSpPr>
              <p:cNvPr id="128" name="CaixaDeTexto 127">
                <a:extLst>
                  <a:ext uri="{FF2B5EF4-FFF2-40B4-BE49-F238E27FC236}">
                    <a16:creationId xmlns:a16="http://schemas.microsoft.com/office/drawing/2014/main" id="{54354D69-5425-5E45-B7C6-F818757493C6}"/>
                  </a:ext>
                </a:extLst>
              </p:cNvPr>
              <p:cNvSpPr txBox="1"/>
              <p:nvPr/>
            </p:nvSpPr>
            <p:spPr>
              <a:xfrm>
                <a:off x="4604399" y="11873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Bottom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/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9" name="CaixaDeTexto 128">
                    <a:extLst>
                      <a:ext uri="{FF2B5EF4-FFF2-40B4-BE49-F238E27FC236}">
                        <a16:creationId xmlns:a16="http://schemas.microsoft.com/office/drawing/2014/main" id="{3533D9A5-44E5-6344-7DE7-2D05183CF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2003" y="9264340"/>
                    <a:ext cx="1158206" cy="10037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21DD3240-CE58-2198-0080-60802661220E}"/>
                </a:ext>
              </a:extLst>
            </p:cNvPr>
            <p:cNvGrpSpPr/>
            <p:nvPr/>
          </p:nvGrpSpPr>
          <p:grpSpPr>
            <a:xfrm>
              <a:off x="735806" y="1389600"/>
              <a:ext cx="3496433" cy="3743806"/>
              <a:chOff x="735806" y="1389600"/>
              <a:chExt cx="3496433" cy="3743806"/>
            </a:xfrm>
          </p:grpSpPr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id="{1571FA19-7A82-324C-DF82-7096998BFB33}"/>
                  </a:ext>
                </a:extLst>
              </p:cNvPr>
              <p:cNvSpPr/>
              <p:nvPr/>
            </p:nvSpPr>
            <p:spPr>
              <a:xfrm>
                <a:off x="887839" y="1789006"/>
                <a:ext cx="3344400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6D482EFB-8F38-0F95-9F33-C1D3A0607B2B}"/>
                  </a:ext>
                </a:extLst>
              </p:cNvPr>
              <p:cNvSpPr/>
              <p:nvPr/>
            </p:nvSpPr>
            <p:spPr>
              <a:xfrm>
                <a:off x="1653550" y="2514258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3" name="CaixaDeTexto 122">
                <a:extLst>
                  <a:ext uri="{FF2B5EF4-FFF2-40B4-BE49-F238E27FC236}">
                    <a16:creationId xmlns:a16="http://schemas.microsoft.com/office/drawing/2014/main" id="{DC4E409C-F7B8-3672-5A2D-7E438F181DF9}"/>
                  </a:ext>
                </a:extLst>
              </p:cNvPr>
              <p:cNvSpPr txBox="1"/>
              <p:nvPr/>
            </p:nvSpPr>
            <p:spPr>
              <a:xfrm>
                <a:off x="888202" y="4458821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Up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/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Aptos" panose="020B00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4" name="CaixaDeTexto 123">
                    <a:extLst>
                      <a:ext uri="{FF2B5EF4-FFF2-40B4-BE49-F238E27FC236}">
                        <a16:creationId xmlns:a16="http://schemas.microsoft.com/office/drawing/2014/main" id="{B896C0B1-3C5F-4853-F9C5-9CFCAE0323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806" y="1850115"/>
                    <a:ext cx="1158206" cy="10061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8874B4BA-DC3F-044A-2A1D-0DE13EC08295}"/>
                  </a:ext>
                </a:extLst>
              </p:cNvPr>
              <p:cNvSpPr txBox="1"/>
              <p:nvPr/>
            </p:nvSpPr>
            <p:spPr>
              <a:xfrm>
                <a:off x="2807389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u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6C7AB715-B227-19F2-D230-05176B064EAD}"/>
                </a:ext>
              </a:extLst>
            </p:cNvPr>
            <p:cNvGrpSpPr/>
            <p:nvPr/>
          </p:nvGrpSpPr>
          <p:grpSpPr>
            <a:xfrm>
              <a:off x="4447889" y="1389600"/>
              <a:ext cx="3494938" cy="3742031"/>
              <a:chOff x="4447889" y="1389600"/>
              <a:chExt cx="3494938" cy="3742031"/>
            </a:xfrm>
          </p:grpSpPr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BFCD2BFE-3B96-4959-61DF-8F467D66FDBC}"/>
                  </a:ext>
                </a:extLst>
              </p:cNvPr>
              <p:cNvSpPr/>
              <p:nvPr/>
            </p:nvSpPr>
            <p:spPr>
              <a:xfrm>
                <a:off x="4600285" y="1787231"/>
                <a:ext cx="3342542" cy="3344400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B8EC2E43-D746-DA60-A0A4-4FEAE7703CBA}"/>
                  </a:ext>
                </a:extLst>
              </p:cNvPr>
              <p:cNvSpPr/>
              <p:nvPr/>
            </p:nvSpPr>
            <p:spPr>
              <a:xfrm>
                <a:off x="5323319" y="2521549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7" name="CaixaDeTexto 136">
                <a:extLst>
                  <a:ext uri="{FF2B5EF4-FFF2-40B4-BE49-F238E27FC236}">
                    <a16:creationId xmlns:a16="http://schemas.microsoft.com/office/drawing/2014/main" id="{5CEA4435-BC59-9B75-14E6-C71D0981A59E}"/>
                  </a:ext>
                </a:extLst>
              </p:cNvPr>
              <p:cNvSpPr txBox="1"/>
              <p:nvPr/>
            </p:nvSpPr>
            <p:spPr>
              <a:xfrm>
                <a:off x="4600285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Down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/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8" name="CaixaDeTexto 137">
                    <a:extLst>
                      <a:ext uri="{FF2B5EF4-FFF2-40B4-BE49-F238E27FC236}">
                        <a16:creationId xmlns:a16="http://schemas.microsoft.com/office/drawing/2014/main" id="{976D6450-56F7-F4A9-A838-30965E519E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7889" y="1848339"/>
                    <a:ext cx="1158206" cy="10037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AC53A308-08ED-8E03-0718-04B5188440AA}"/>
                  </a:ext>
                </a:extLst>
              </p:cNvPr>
              <p:cNvSpPr txBox="1"/>
              <p:nvPr/>
            </p:nvSpPr>
            <p:spPr>
              <a:xfrm>
                <a:off x="6428576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d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7ED32BA9-3B48-453B-6F0F-36B555AB6501}"/>
                </a:ext>
              </a:extLst>
            </p:cNvPr>
            <p:cNvGrpSpPr/>
            <p:nvPr/>
          </p:nvGrpSpPr>
          <p:grpSpPr>
            <a:xfrm>
              <a:off x="8909621" y="1389600"/>
              <a:ext cx="3342668" cy="3740414"/>
              <a:chOff x="8909621" y="1389600"/>
              <a:chExt cx="3342668" cy="3740414"/>
            </a:xfrm>
          </p:grpSpPr>
          <p:sp>
            <p:nvSpPr>
              <p:cNvPr id="181" name="Retângulo 180">
                <a:extLst>
                  <a:ext uri="{FF2B5EF4-FFF2-40B4-BE49-F238E27FC236}">
                    <a16:creationId xmlns:a16="http://schemas.microsoft.com/office/drawing/2014/main" id="{CA4F0E45-84B0-8868-A3AC-385FD39D15FF}"/>
                  </a:ext>
                </a:extLst>
              </p:cNvPr>
              <p:cNvSpPr/>
              <p:nvPr/>
            </p:nvSpPr>
            <p:spPr>
              <a:xfrm>
                <a:off x="8909621" y="1787472"/>
                <a:ext cx="3342542" cy="3342542"/>
              </a:xfrm>
              <a:prstGeom prst="rect">
                <a:avLst/>
              </a:prstGeom>
              <a:solidFill>
                <a:srgbClr val="66FFCC">
                  <a:alpha val="31765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2" name="CaixaDeTexto 181">
                <a:extLst>
                  <a:ext uri="{FF2B5EF4-FFF2-40B4-BE49-F238E27FC236}">
                    <a16:creationId xmlns:a16="http://schemas.microsoft.com/office/drawing/2014/main" id="{0DF13C44-2CF2-E68C-4346-DCB3F26AB8B5}"/>
                  </a:ext>
                </a:extLst>
              </p:cNvPr>
              <p:cNvSpPr txBox="1"/>
              <p:nvPr/>
            </p:nvSpPr>
            <p:spPr>
              <a:xfrm>
                <a:off x="10865675" y="1389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g</a:t>
                </a:r>
              </a:p>
            </p:txBody>
          </p:sp>
          <p:sp>
            <p:nvSpPr>
              <p:cNvPr id="183" name="CaixaDeTexto 182">
                <a:extLst>
                  <a:ext uri="{FF2B5EF4-FFF2-40B4-BE49-F238E27FC236}">
                    <a16:creationId xmlns:a16="http://schemas.microsoft.com/office/drawing/2014/main" id="{9D5C9AB6-ABBD-2911-9208-FCE76077DDE6}"/>
                  </a:ext>
                </a:extLst>
              </p:cNvPr>
              <p:cNvSpPr txBox="1"/>
              <p:nvPr/>
            </p:nvSpPr>
            <p:spPr>
              <a:xfrm>
                <a:off x="8909747" y="4457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Gluon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p:sp>
            <p:nvSpPr>
              <p:cNvPr id="184" name="CaixaDeTexto 183">
                <a:extLst>
                  <a:ext uri="{FF2B5EF4-FFF2-40B4-BE49-F238E27FC236}">
                    <a16:creationId xmlns:a16="http://schemas.microsoft.com/office/drawing/2014/main" id="{7E75B096-21AF-AE7D-AD32-D29E77AC3ED8}"/>
                  </a:ext>
                </a:extLst>
              </p:cNvPr>
              <p:cNvSpPr txBox="1"/>
              <p:nvPr/>
            </p:nvSpPr>
            <p:spPr>
              <a:xfrm>
                <a:off x="9063155" y="2049307"/>
                <a:ext cx="11582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3200" dirty="0">
                    <a:latin typeface="Aptos" panose="020B0004020202020204" pitchFamily="34" charset="0"/>
                  </a:rPr>
                  <a:t>0</a:t>
                </a:r>
              </a:p>
            </p:txBody>
          </p:sp>
          <p:pic>
            <p:nvPicPr>
              <p:cNvPr id="20" name="Gráfico 19">
                <a:extLst>
                  <a:ext uri="{FF2B5EF4-FFF2-40B4-BE49-F238E27FC236}">
                    <a16:creationId xmlns:a16="http://schemas.microsoft.com/office/drawing/2014/main" id="{2FCFC786-DD72-090F-4312-DC7B24FDB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208596" y="3737806"/>
                <a:ext cx="2744592" cy="800506"/>
              </a:xfrm>
              <a:prstGeom prst="rect">
                <a:avLst/>
              </a:prstGeom>
            </p:spPr>
          </p:pic>
        </p:grpSp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006B0015-2D62-3A27-BCE9-47F59F8ECCF2}"/>
                </a:ext>
              </a:extLst>
            </p:cNvPr>
            <p:cNvGrpSpPr/>
            <p:nvPr/>
          </p:nvGrpSpPr>
          <p:grpSpPr>
            <a:xfrm>
              <a:off x="4446771" y="5097600"/>
              <a:ext cx="3494938" cy="3740287"/>
              <a:chOff x="4446771" y="5097600"/>
              <a:chExt cx="3494938" cy="3740287"/>
            </a:xfrm>
          </p:grpSpPr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58BEC822-0A64-CF7D-7ABF-6169AF8E3890}"/>
                  </a:ext>
                </a:extLst>
              </p:cNvPr>
              <p:cNvSpPr/>
              <p:nvPr/>
            </p:nvSpPr>
            <p:spPr>
              <a:xfrm>
                <a:off x="4599167" y="5495345"/>
                <a:ext cx="3342542" cy="3342542"/>
              </a:xfrm>
              <a:prstGeom prst="rect">
                <a:avLst/>
              </a:prstGeom>
              <a:solidFill>
                <a:srgbClr val="CC99FF">
                  <a:alpha val="3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3CE86457-FEAA-07F7-1093-734617856C31}"/>
                  </a:ext>
                </a:extLst>
              </p:cNvPr>
              <p:cNvSpPr/>
              <p:nvPr/>
            </p:nvSpPr>
            <p:spPr>
              <a:xfrm>
                <a:off x="5336856" y="6258706"/>
                <a:ext cx="1882800" cy="1882800"/>
              </a:xfrm>
              <a:prstGeom prst="ellipse">
                <a:avLst/>
              </a:prstGeom>
              <a:solidFill>
                <a:srgbClr val="99FF66">
                  <a:alpha val="60000"/>
                </a:srgbClr>
              </a:solidFill>
              <a:ln w="57150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prstMaterial="plastic">
                <a:bevelT w="939800" h="939800"/>
                <a:bevelB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3" name="CaixaDeTexto 132">
                <a:extLst>
                  <a:ext uri="{FF2B5EF4-FFF2-40B4-BE49-F238E27FC236}">
                    <a16:creationId xmlns:a16="http://schemas.microsoft.com/office/drawing/2014/main" id="{71856B91-D5ED-6ED3-99AA-B9B32F767EBA}"/>
                  </a:ext>
                </a:extLst>
              </p:cNvPr>
              <p:cNvSpPr txBox="1"/>
              <p:nvPr/>
            </p:nvSpPr>
            <p:spPr>
              <a:xfrm>
                <a:off x="4599167" y="8165045"/>
                <a:ext cx="33425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dirty="0" err="1">
                    <a:latin typeface="Aptos Display" panose="020B0004020202020204" pitchFamily="34" charset="0"/>
                  </a:rPr>
                  <a:t>Strange</a:t>
                </a:r>
                <a:endParaRPr lang="pt-PT" sz="3200" dirty="0">
                  <a:latin typeface="Aptos Display" panose="020B00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/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pt-PT" sz="3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PT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pt-PT" sz="3200">
                                  <a:latin typeface="Aptos" panose="020B0004020202020204" pitchFamily="34" charset="0"/>
                                </a:rPr>
                                <m:t>3</m:t>
                              </m:r>
                            </m:den>
                          </m:f>
                        </m:oMath>
                      </m:oMathPara>
                    </a14:m>
                    <a:endParaRPr lang="pt-PT" sz="3200" dirty="0"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34" name="CaixaDeTexto 133">
                    <a:extLst>
                      <a:ext uri="{FF2B5EF4-FFF2-40B4-BE49-F238E27FC236}">
                        <a16:creationId xmlns:a16="http://schemas.microsoft.com/office/drawing/2014/main" id="{D55E7A82-5D31-7E07-A927-6C8122892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6771" y="5556339"/>
                    <a:ext cx="1158206" cy="10037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2" name="CaixaDeTexto 131">
                <a:extLst>
                  <a:ext uri="{FF2B5EF4-FFF2-40B4-BE49-F238E27FC236}">
                    <a16:creationId xmlns:a16="http://schemas.microsoft.com/office/drawing/2014/main" id="{DC9FDA2D-10F1-684D-E764-6993ABF0EA7D}"/>
                  </a:ext>
                </a:extLst>
              </p:cNvPr>
              <p:cNvSpPr txBox="1"/>
              <p:nvPr/>
            </p:nvSpPr>
            <p:spPr>
              <a:xfrm>
                <a:off x="6565339" y="5097600"/>
                <a:ext cx="995651" cy="2542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5920" i="1" dirty="0">
                    <a:latin typeface="Aptos ExtraBold" panose="020F0502020204030204" pitchFamily="34" charset="0"/>
                  </a:rPr>
                  <a:t>s</a:t>
                </a:r>
              </a:p>
            </p:txBody>
          </p:sp>
        </p:grp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858071-986D-811A-92E9-5086AAC83B38}"/>
              </a:ext>
            </a:extLst>
          </p:cNvPr>
          <p:cNvSpPr txBox="1"/>
          <p:nvPr/>
        </p:nvSpPr>
        <p:spPr>
          <a:xfrm>
            <a:off x="17012585" y="3798997"/>
            <a:ext cx="8263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800" dirty="0">
                <a:latin typeface="Aptos" panose="020B0004020202020204" pitchFamily="34" charset="0"/>
              </a:rPr>
              <a:t>Quantum </a:t>
            </a:r>
            <a:r>
              <a:rPr lang="pt-PT" sz="4800" dirty="0" err="1">
                <a:latin typeface="Aptos" panose="020B0004020202020204" pitchFamily="34" charset="0"/>
              </a:rPr>
              <a:t>Chromodynamics</a:t>
            </a:r>
            <a:r>
              <a:rPr lang="pt-PT" sz="4800" dirty="0">
                <a:latin typeface="Aptos" panose="020B0004020202020204" pitchFamily="34" charset="0"/>
              </a:rPr>
              <a:t> (QCD)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DB6E388-250E-C448-C69A-904F778FBA61}"/>
              </a:ext>
            </a:extLst>
          </p:cNvPr>
          <p:cNvSpPr txBox="1"/>
          <p:nvPr/>
        </p:nvSpPr>
        <p:spPr>
          <a:xfrm>
            <a:off x="7413506" y="581199"/>
            <a:ext cx="1325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latin typeface="Aptos" panose="020B0004020202020204" pitchFamily="34" charset="0"/>
              </a:rPr>
              <a:t>Strong</a:t>
            </a:r>
            <a:r>
              <a:rPr lang="pt-PT" sz="9600" b="1" dirty="0">
                <a:latin typeface="Aptos" panose="020B0004020202020204" pitchFamily="34" charset="0"/>
              </a:rPr>
              <a:t> Sector </a:t>
            </a:r>
            <a:r>
              <a:rPr lang="pt-PT" sz="9600" b="1" dirty="0" err="1">
                <a:latin typeface="Aptos" panose="020B0004020202020204" pitchFamily="34" charset="0"/>
              </a:rPr>
              <a:t>of</a:t>
            </a:r>
            <a:r>
              <a:rPr lang="pt-PT" sz="9600" b="1" dirty="0"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latin typeface="Aptos" panose="020B0004020202020204" pitchFamily="34" charset="0"/>
              </a:rPr>
              <a:t>the</a:t>
            </a:r>
            <a:r>
              <a:rPr lang="pt-PT" sz="9600" b="1" dirty="0">
                <a:latin typeface="Aptos" panose="020B0004020202020204" pitchFamily="34" charset="0"/>
              </a:rPr>
              <a:t> SM</a:t>
            </a:r>
            <a:endParaRPr lang="en-US" sz="9600" b="1" dirty="0">
              <a:latin typeface="Aptos" panose="020B00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0B418A-6E5D-8552-5006-F6B084B3D475}"/>
              </a:ext>
            </a:extLst>
          </p:cNvPr>
          <p:cNvSpPr txBox="1"/>
          <p:nvPr/>
        </p:nvSpPr>
        <p:spPr>
          <a:xfrm>
            <a:off x="13402418" y="3502399"/>
            <a:ext cx="40808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3800" dirty="0">
                <a:latin typeface="Aptos" panose="020B0004020202020204" pitchFamily="34" charset="0"/>
              </a:rPr>
              <a:t>+</a:t>
            </a:r>
            <a:endParaRPr lang="en-US" sz="13800" dirty="0">
              <a:latin typeface="Aptos" panose="020B00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E2CAEE-7B62-C08A-8BE0-78509D93AABF}"/>
              </a:ext>
            </a:extLst>
          </p:cNvPr>
          <p:cNvSpPr txBox="1"/>
          <p:nvPr/>
        </p:nvSpPr>
        <p:spPr>
          <a:xfrm>
            <a:off x="11371742" y="8133759"/>
            <a:ext cx="13974470" cy="330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Make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up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protons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neutrons</a:t>
            </a:r>
            <a:r>
              <a:rPr lang="pt-PT" sz="4800" dirty="0">
                <a:latin typeface="Aptos" panose="020B0004020202020204" pitchFamily="34" charset="0"/>
              </a:rPr>
              <a:t>, </a:t>
            </a:r>
            <a:r>
              <a:rPr lang="pt-PT" sz="4800" dirty="0" err="1">
                <a:latin typeface="Aptos" panose="020B0004020202020204" pitchFamily="34" charset="0"/>
              </a:rPr>
              <a:t>other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particles</a:t>
            </a:r>
            <a:endParaRPr lang="pt-PT" sz="4800" dirty="0">
              <a:latin typeface="Aptos" panose="020B0004020202020204" pitchFamily="34" charset="0"/>
            </a:endParaRP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Keeps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nucleons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together</a:t>
            </a:r>
            <a:r>
              <a:rPr lang="pt-PT" sz="4800" dirty="0">
                <a:latin typeface="Aptos" panose="020B0004020202020204" pitchFamily="34" charset="0"/>
              </a:rPr>
              <a:t> in </a:t>
            </a:r>
            <a:r>
              <a:rPr lang="pt-PT" sz="4800" dirty="0" err="1">
                <a:latin typeface="Aptos" panose="020B0004020202020204" pitchFamily="34" charset="0"/>
              </a:rPr>
              <a:t>nuclei</a:t>
            </a:r>
            <a:endParaRPr lang="pt-PT" sz="4800" dirty="0">
              <a:latin typeface="Aptos" panose="020B0004020202020204" pitchFamily="34" charset="0"/>
            </a:endParaRP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4800" dirty="0" err="1">
                <a:latin typeface="Aptos" panose="020B0004020202020204" pitchFamily="34" charset="0"/>
              </a:rPr>
              <a:t>Never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observed</a:t>
            </a:r>
            <a:r>
              <a:rPr lang="pt-PT" sz="4800" dirty="0">
                <a:latin typeface="Aptos" panose="020B0004020202020204" pitchFamily="34" charset="0"/>
              </a:rPr>
              <a:t> </a:t>
            </a:r>
            <a:r>
              <a:rPr lang="pt-PT" sz="4800" dirty="0" err="1">
                <a:latin typeface="Aptos" panose="020B0004020202020204" pitchFamily="34" charset="0"/>
              </a:rPr>
              <a:t>alone</a:t>
            </a:r>
            <a:r>
              <a:rPr lang="pt-PT" sz="4800" dirty="0">
                <a:latin typeface="Aptos" panose="020B0004020202020204" pitchFamily="34" charset="0"/>
              </a:rPr>
              <a:t>: </a:t>
            </a:r>
            <a:r>
              <a:rPr lang="pt-PT" sz="4800" b="1" dirty="0" err="1">
                <a:latin typeface="Aptos" panose="020B0004020202020204" pitchFamily="34" charset="0"/>
              </a:rPr>
              <a:t>Colour</a:t>
            </a:r>
            <a:r>
              <a:rPr lang="pt-PT" sz="4800" b="1" dirty="0">
                <a:latin typeface="Aptos" panose="020B0004020202020204" pitchFamily="34" charset="0"/>
              </a:rPr>
              <a:t> </a:t>
            </a:r>
            <a:r>
              <a:rPr lang="pt-PT" sz="4800" b="1" dirty="0" err="1">
                <a:latin typeface="Aptos" panose="020B0004020202020204" pitchFamily="34" charset="0"/>
              </a:rPr>
              <a:t>Confinement</a:t>
            </a:r>
            <a:endParaRPr lang="en-US" sz="4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66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8238C10-B603-8FA4-9080-D6342DD46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33" y="-5610"/>
            <a:ext cx="25632834" cy="14411432"/>
          </a:xfrm>
          <a:prstGeom prst="rect">
            <a:avLst/>
          </a:prstGeom>
          <a:ln>
            <a:noFill/>
          </a:ln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D04621B-2AF9-6FE6-3BD3-0A21CAD00FA6}"/>
              </a:ext>
            </a:extLst>
          </p:cNvPr>
          <p:cNvGrpSpPr/>
          <p:nvPr/>
        </p:nvGrpSpPr>
        <p:grpSpPr>
          <a:xfrm>
            <a:off x="13477338" y="7162799"/>
            <a:ext cx="753466" cy="981076"/>
            <a:chOff x="10925480" y="5286375"/>
            <a:chExt cx="1294790" cy="1685926"/>
          </a:xfrm>
        </p:grpSpPr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066FA6AE-8449-BF61-FC8D-8C3123512BA3}"/>
                </a:ext>
              </a:extLst>
            </p:cNvPr>
            <p:cNvSpPr/>
            <p:nvPr/>
          </p:nvSpPr>
          <p:spPr>
            <a:xfrm>
              <a:off x="10925480" y="5286375"/>
              <a:ext cx="1294790" cy="1685926"/>
            </a:xfrm>
            <a:custGeom>
              <a:avLst/>
              <a:gdLst>
                <a:gd name="connsiteX0" fmla="*/ 657225 w 914400"/>
                <a:gd name="connsiteY0" fmla="*/ 0 h 1190625"/>
                <a:gd name="connsiteX1" fmla="*/ 514350 w 914400"/>
                <a:gd name="connsiteY1" fmla="*/ 619125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61975 h 1190625"/>
                <a:gd name="connsiteX14" fmla="*/ 657225 w 914400"/>
                <a:gd name="connsiteY14" fmla="*/ 0 h 1190625"/>
                <a:gd name="connsiteX0" fmla="*/ 657225 w 914400"/>
                <a:gd name="connsiteY0" fmla="*/ 0 h 1190625"/>
                <a:gd name="connsiteX1" fmla="*/ 514350 w 914400"/>
                <a:gd name="connsiteY1" fmla="*/ 495300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61975 h 1190625"/>
                <a:gd name="connsiteX14" fmla="*/ 657225 w 914400"/>
                <a:gd name="connsiteY14" fmla="*/ 0 h 1190625"/>
                <a:gd name="connsiteX0" fmla="*/ 657225 w 914400"/>
                <a:gd name="connsiteY0" fmla="*/ 0 h 1190625"/>
                <a:gd name="connsiteX1" fmla="*/ 514350 w 914400"/>
                <a:gd name="connsiteY1" fmla="*/ 495300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14350 h 1190625"/>
                <a:gd name="connsiteX14" fmla="*/ 657225 w 914400"/>
                <a:gd name="connsiteY14" fmla="*/ 0 h 11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4400" h="1190625">
                  <a:moveTo>
                    <a:pt x="657225" y="0"/>
                  </a:moveTo>
                  <a:lnTo>
                    <a:pt x="514350" y="495300"/>
                  </a:lnTo>
                  <a:lnTo>
                    <a:pt x="276225" y="123825"/>
                  </a:lnTo>
                  <a:lnTo>
                    <a:pt x="352425" y="619125"/>
                  </a:lnTo>
                  <a:lnTo>
                    <a:pt x="0" y="685800"/>
                  </a:lnTo>
                  <a:lnTo>
                    <a:pt x="352425" y="752475"/>
                  </a:lnTo>
                  <a:lnTo>
                    <a:pt x="123825" y="1057275"/>
                  </a:lnTo>
                  <a:lnTo>
                    <a:pt x="438150" y="790575"/>
                  </a:lnTo>
                  <a:lnTo>
                    <a:pt x="495300" y="1190625"/>
                  </a:lnTo>
                  <a:lnTo>
                    <a:pt x="571500" y="790575"/>
                  </a:lnTo>
                  <a:lnTo>
                    <a:pt x="790575" y="1123950"/>
                  </a:lnTo>
                  <a:lnTo>
                    <a:pt x="619125" y="676275"/>
                  </a:lnTo>
                  <a:lnTo>
                    <a:pt x="914400" y="438150"/>
                  </a:lnTo>
                  <a:lnTo>
                    <a:pt x="638175" y="514350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E3DF568E-371F-E1BE-5169-17DA952681C4}"/>
                </a:ext>
              </a:extLst>
            </p:cNvPr>
            <p:cNvSpPr/>
            <p:nvPr/>
          </p:nvSpPr>
          <p:spPr>
            <a:xfrm>
              <a:off x="11115675" y="5572125"/>
              <a:ext cx="914400" cy="1190625"/>
            </a:xfrm>
            <a:custGeom>
              <a:avLst/>
              <a:gdLst>
                <a:gd name="connsiteX0" fmla="*/ 657225 w 914400"/>
                <a:gd name="connsiteY0" fmla="*/ 0 h 1190625"/>
                <a:gd name="connsiteX1" fmla="*/ 514350 w 914400"/>
                <a:gd name="connsiteY1" fmla="*/ 619125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61975 h 1190625"/>
                <a:gd name="connsiteX14" fmla="*/ 657225 w 914400"/>
                <a:gd name="connsiteY14" fmla="*/ 0 h 1190625"/>
                <a:gd name="connsiteX0" fmla="*/ 657225 w 914400"/>
                <a:gd name="connsiteY0" fmla="*/ 0 h 1190625"/>
                <a:gd name="connsiteX1" fmla="*/ 514350 w 914400"/>
                <a:gd name="connsiteY1" fmla="*/ 495300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61975 h 1190625"/>
                <a:gd name="connsiteX14" fmla="*/ 657225 w 914400"/>
                <a:gd name="connsiteY14" fmla="*/ 0 h 1190625"/>
                <a:gd name="connsiteX0" fmla="*/ 657225 w 914400"/>
                <a:gd name="connsiteY0" fmla="*/ 0 h 1190625"/>
                <a:gd name="connsiteX1" fmla="*/ 514350 w 914400"/>
                <a:gd name="connsiteY1" fmla="*/ 495300 h 1190625"/>
                <a:gd name="connsiteX2" fmla="*/ 276225 w 914400"/>
                <a:gd name="connsiteY2" fmla="*/ 123825 h 1190625"/>
                <a:gd name="connsiteX3" fmla="*/ 352425 w 914400"/>
                <a:gd name="connsiteY3" fmla="*/ 619125 h 1190625"/>
                <a:gd name="connsiteX4" fmla="*/ 0 w 914400"/>
                <a:gd name="connsiteY4" fmla="*/ 685800 h 1190625"/>
                <a:gd name="connsiteX5" fmla="*/ 352425 w 914400"/>
                <a:gd name="connsiteY5" fmla="*/ 752475 h 1190625"/>
                <a:gd name="connsiteX6" fmla="*/ 123825 w 914400"/>
                <a:gd name="connsiteY6" fmla="*/ 1057275 h 1190625"/>
                <a:gd name="connsiteX7" fmla="*/ 438150 w 914400"/>
                <a:gd name="connsiteY7" fmla="*/ 790575 h 1190625"/>
                <a:gd name="connsiteX8" fmla="*/ 495300 w 914400"/>
                <a:gd name="connsiteY8" fmla="*/ 1190625 h 1190625"/>
                <a:gd name="connsiteX9" fmla="*/ 571500 w 914400"/>
                <a:gd name="connsiteY9" fmla="*/ 790575 h 1190625"/>
                <a:gd name="connsiteX10" fmla="*/ 790575 w 914400"/>
                <a:gd name="connsiteY10" fmla="*/ 1123950 h 1190625"/>
                <a:gd name="connsiteX11" fmla="*/ 619125 w 914400"/>
                <a:gd name="connsiteY11" fmla="*/ 676275 h 1190625"/>
                <a:gd name="connsiteX12" fmla="*/ 914400 w 914400"/>
                <a:gd name="connsiteY12" fmla="*/ 438150 h 1190625"/>
                <a:gd name="connsiteX13" fmla="*/ 638175 w 914400"/>
                <a:gd name="connsiteY13" fmla="*/ 514350 h 1190625"/>
                <a:gd name="connsiteX14" fmla="*/ 657225 w 914400"/>
                <a:gd name="connsiteY14" fmla="*/ 0 h 11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4400" h="1190625">
                  <a:moveTo>
                    <a:pt x="657225" y="0"/>
                  </a:moveTo>
                  <a:lnTo>
                    <a:pt x="514350" y="495300"/>
                  </a:lnTo>
                  <a:lnTo>
                    <a:pt x="276225" y="123825"/>
                  </a:lnTo>
                  <a:lnTo>
                    <a:pt x="352425" y="619125"/>
                  </a:lnTo>
                  <a:lnTo>
                    <a:pt x="0" y="685800"/>
                  </a:lnTo>
                  <a:lnTo>
                    <a:pt x="352425" y="752475"/>
                  </a:lnTo>
                  <a:lnTo>
                    <a:pt x="123825" y="1057275"/>
                  </a:lnTo>
                  <a:lnTo>
                    <a:pt x="438150" y="790575"/>
                  </a:lnTo>
                  <a:lnTo>
                    <a:pt x="495300" y="1190625"/>
                  </a:lnTo>
                  <a:lnTo>
                    <a:pt x="571500" y="790575"/>
                  </a:lnTo>
                  <a:lnTo>
                    <a:pt x="790575" y="1123950"/>
                  </a:lnTo>
                  <a:lnTo>
                    <a:pt x="619125" y="676275"/>
                  </a:lnTo>
                  <a:lnTo>
                    <a:pt x="914400" y="438150"/>
                  </a:lnTo>
                  <a:lnTo>
                    <a:pt x="638175" y="514350"/>
                  </a:lnTo>
                  <a:lnTo>
                    <a:pt x="6572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6BEA2EC-79A9-782A-DDFB-38CA317458DE}"/>
              </a:ext>
            </a:extLst>
          </p:cNvPr>
          <p:cNvSpPr txBox="1"/>
          <p:nvPr/>
        </p:nvSpPr>
        <p:spPr>
          <a:xfrm>
            <a:off x="13582650" y="673893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768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CB7A5C-C72A-FB61-9C75-1BAD29CCD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10" y="-1"/>
            <a:ext cx="25612880" cy="14400214"/>
          </a:xfrm>
          <a:prstGeom prst="rect">
            <a:avLst/>
          </a:prstGeom>
        </p:spPr>
      </p:pic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6F7BA96C-1489-EF78-677A-A40F180823CC}"/>
              </a:ext>
            </a:extLst>
          </p:cNvPr>
          <p:cNvCxnSpPr>
            <a:cxnSpLocks/>
          </p:cNvCxnSpPr>
          <p:nvPr/>
        </p:nvCxnSpPr>
        <p:spPr>
          <a:xfrm flipV="1">
            <a:off x="13764126" y="6153150"/>
            <a:ext cx="1494924" cy="1450808"/>
          </a:xfrm>
          <a:prstGeom prst="straightConnector1">
            <a:avLst/>
          </a:prstGeom>
          <a:ln w="139700">
            <a:solidFill>
              <a:srgbClr val="00EE00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199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CB7A5C-C72A-FB61-9C75-1BAD29CCD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10" y="-1"/>
            <a:ext cx="25612880" cy="14400214"/>
          </a:xfrm>
          <a:prstGeom prst="rect">
            <a:avLst/>
          </a:prstGeom>
        </p:spPr>
      </p:pic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6F7BA96C-1489-EF78-677A-A40F180823CC}"/>
              </a:ext>
            </a:extLst>
          </p:cNvPr>
          <p:cNvCxnSpPr>
            <a:cxnSpLocks/>
          </p:cNvCxnSpPr>
          <p:nvPr/>
        </p:nvCxnSpPr>
        <p:spPr>
          <a:xfrm flipV="1">
            <a:off x="13764126" y="6153150"/>
            <a:ext cx="1494924" cy="1450808"/>
          </a:xfrm>
          <a:prstGeom prst="straightConnector1">
            <a:avLst/>
          </a:prstGeom>
          <a:ln w="139700">
            <a:solidFill>
              <a:srgbClr val="00EE00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702940-A985-3E7F-5843-905E445037C3}"/>
              </a:ext>
            </a:extLst>
          </p:cNvPr>
          <p:cNvSpPr txBox="1"/>
          <p:nvPr/>
        </p:nvSpPr>
        <p:spPr>
          <a:xfrm>
            <a:off x="15259050" y="6342074"/>
            <a:ext cx="2959464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4400" i="1" dirty="0">
                <a:solidFill>
                  <a:srgbClr val="00EE00"/>
                </a:solidFill>
                <a:latin typeface="Aptos" panose="020B0004020202020204" pitchFamily="34" charset="0"/>
              </a:rPr>
              <a:t>Hard </a:t>
            </a:r>
            <a:r>
              <a:rPr lang="pt-PT" sz="4400" i="1" dirty="0" err="1">
                <a:solidFill>
                  <a:srgbClr val="00EE00"/>
                </a:solidFill>
                <a:latin typeface="Aptos" panose="020B0004020202020204" pitchFamily="34" charset="0"/>
              </a:rPr>
              <a:t>probe</a:t>
            </a:r>
            <a:endParaRPr lang="pt-PT" sz="4400" i="1" dirty="0">
              <a:solidFill>
                <a:srgbClr val="00EE00"/>
              </a:solidFill>
              <a:latin typeface="Aptos" panose="020B0004020202020204" pitchFamily="34" charset="0"/>
            </a:endParaRPr>
          </a:p>
          <a:p>
            <a:pPr algn="ctr"/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(quark </a:t>
            </a:r>
            <a:r>
              <a:rPr lang="pt-PT" sz="3200" dirty="0" err="1">
                <a:solidFill>
                  <a:srgbClr val="00EE00"/>
                </a:solidFill>
                <a:latin typeface="Aptos" panose="020B0004020202020204" pitchFamily="34" charset="0"/>
              </a:rPr>
              <a:t>or</a:t>
            </a:r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rgbClr val="00EE00"/>
                </a:solidFill>
                <a:latin typeface="Aptos" panose="020B0004020202020204" pitchFamily="34" charset="0"/>
              </a:rPr>
              <a:t>gluon</a:t>
            </a:r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)</a:t>
            </a:r>
            <a:endParaRPr lang="en-US" sz="3200" dirty="0">
              <a:solidFill>
                <a:srgbClr val="00EE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303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08695F-E711-A1F6-4440-8BDC85740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10" y="-1"/>
            <a:ext cx="25612880" cy="1440021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B6625AD-47F5-5A26-657E-AB8B91F7E2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9" b="89796" l="5874" r="93245">
                        <a14:foregroundMark x1="5874" y1="79592" x2="5874" y2="79592"/>
                        <a14:foregroundMark x1="92070" y1="88010" x2="92070" y2="88010"/>
                        <a14:foregroundMark x1="92658" y1="77806" x2="92658" y2="77806"/>
                        <a14:foregroundMark x1="93098" y1="57908" x2="93098" y2="57908"/>
                        <a14:foregroundMark x1="88399" y1="10204" x2="88399" y2="10204"/>
                        <a14:foregroundMark x1="93245" y1="89031" x2="93245" y2="89031"/>
                        <a14:backgroundMark x1="26138" y1="59694" x2="26138" y2="59694"/>
                        <a14:backgroundMark x1="28634" y1="56888" x2="28634" y2="56888"/>
                        <a14:backgroundMark x1="31131" y1="54082" x2="31131" y2="54082"/>
                        <a14:backgroundMark x1="33480" y1="51020" x2="33480" y2="51020"/>
                        <a14:backgroundMark x1="36123" y1="48469" x2="36123" y2="48469"/>
                        <a14:backgroundMark x1="38620" y1="45153" x2="38620" y2="45153"/>
                        <a14:backgroundMark x1="41116" y1="42347" x2="41116" y2="42347"/>
                        <a14:backgroundMark x1="43612" y1="39286" x2="43612" y2="39286"/>
                      </a14:backgroundRemoval>
                    </a14:imgEffect>
                  </a14:imgLayer>
                </a14:imgProps>
              </a:ext>
            </a:extLst>
          </a:blip>
          <a:srcRect l="3191"/>
          <a:stretch/>
        </p:blipFill>
        <p:spPr>
          <a:xfrm rot="17571028" flipV="1">
            <a:off x="14115310" y="2118715"/>
            <a:ext cx="6279557" cy="3733800"/>
          </a:xfrm>
          <a:prstGeom prst="rect">
            <a:avLst/>
          </a:prstGeom>
        </p:spPr>
      </p:pic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47C09434-BF22-282E-6888-385BBBEF054B}"/>
              </a:ext>
            </a:extLst>
          </p:cNvPr>
          <p:cNvCxnSpPr>
            <a:cxnSpLocks/>
          </p:cNvCxnSpPr>
          <p:nvPr/>
        </p:nvCxnSpPr>
        <p:spPr>
          <a:xfrm flipV="1">
            <a:off x="13764126" y="5314950"/>
            <a:ext cx="2358612" cy="2289008"/>
          </a:xfrm>
          <a:prstGeom prst="straightConnector1">
            <a:avLst/>
          </a:prstGeom>
          <a:ln w="139700">
            <a:solidFill>
              <a:srgbClr val="00EE00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7411BF7E-681A-1C8E-DF4E-A618E663D8D9}"/>
              </a:ext>
            </a:extLst>
          </p:cNvPr>
          <p:cNvCxnSpPr>
            <a:cxnSpLocks/>
          </p:cNvCxnSpPr>
          <p:nvPr/>
        </p:nvCxnSpPr>
        <p:spPr>
          <a:xfrm flipV="1">
            <a:off x="17255088" y="177421"/>
            <a:ext cx="9330" cy="985806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EEC8C06B-9C25-B9E5-8675-29C8F594B683}"/>
              </a:ext>
            </a:extLst>
          </p:cNvPr>
          <p:cNvCxnSpPr>
            <a:cxnSpLocks/>
          </p:cNvCxnSpPr>
          <p:nvPr/>
        </p:nvCxnSpPr>
        <p:spPr>
          <a:xfrm flipV="1">
            <a:off x="17541691" y="197833"/>
            <a:ext cx="461002" cy="1042285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EA466658-3852-285F-9918-5661409B608D}"/>
              </a:ext>
            </a:extLst>
          </p:cNvPr>
          <p:cNvCxnSpPr>
            <a:cxnSpLocks/>
          </p:cNvCxnSpPr>
          <p:nvPr/>
        </p:nvCxnSpPr>
        <p:spPr>
          <a:xfrm flipV="1">
            <a:off x="18110682" y="197833"/>
            <a:ext cx="252567" cy="1234663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31578D03-B4DE-12CA-820E-4CDBC0874231}"/>
              </a:ext>
            </a:extLst>
          </p:cNvPr>
          <p:cNvCxnSpPr>
            <a:cxnSpLocks/>
          </p:cNvCxnSpPr>
          <p:nvPr/>
        </p:nvCxnSpPr>
        <p:spPr>
          <a:xfrm flipV="1">
            <a:off x="18555300" y="177421"/>
            <a:ext cx="472271" cy="1603137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353E009F-041F-2FDB-0A02-0576E9D4A09F}"/>
              </a:ext>
            </a:extLst>
          </p:cNvPr>
          <p:cNvCxnSpPr>
            <a:cxnSpLocks/>
          </p:cNvCxnSpPr>
          <p:nvPr/>
        </p:nvCxnSpPr>
        <p:spPr>
          <a:xfrm flipV="1">
            <a:off x="18820263" y="197833"/>
            <a:ext cx="1374477" cy="1582725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F8CD8BD7-6866-2ECF-8D34-AD9533C3AD06}"/>
              </a:ext>
            </a:extLst>
          </p:cNvPr>
          <p:cNvCxnSpPr>
            <a:cxnSpLocks/>
          </p:cNvCxnSpPr>
          <p:nvPr/>
        </p:nvCxnSpPr>
        <p:spPr>
          <a:xfrm flipV="1">
            <a:off x="19459496" y="197833"/>
            <a:ext cx="1012146" cy="1895834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E559C546-3D09-4BDD-29CE-91B24026D0B5}"/>
              </a:ext>
            </a:extLst>
          </p:cNvPr>
          <p:cNvCxnSpPr>
            <a:cxnSpLocks/>
          </p:cNvCxnSpPr>
          <p:nvPr/>
        </p:nvCxnSpPr>
        <p:spPr>
          <a:xfrm flipV="1">
            <a:off x="19890321" y="177421"/>
            <a:ext cx="1802579" cy="2033507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4612F65-7081-B4FF-5B53-534FF62A8EA1}"/>
              </a:ext>
            </a:extLst>
          </p:cNvPr>
          <p:cNvSpPr/>
          <p:nvPr/>
        </p:nvSpPr>
        <p:spPr>
          <a:xfrm rot="1478753">
            <a:off x="16486200" y="1487566"/>
            <a:ext cx="3695022" cy="660370"/>
          </a:xfrm>
          <a:prstGeom prst="roundRect">
            <a:avLst/>
          </a:prstGeom>
          <a:solidFill>
            <a:srgbClr val="00700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 err="1">
                <a:latin typeface="Aptos" panose="020B0004020202020204" pitchFamily="34" charset="0"/>
              </a:rPr>
              <a:t>Hadronisation</a:t>
            </a:r>
            <a:endParaRPr lang="en-US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915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08695F-E711-A1F6-4440-8BDC85740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10" y="-1"/>
            <a:ext cx="25612880" cy="1440021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B6625AD-47F5-5A26-657E-AB8B91F7E2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9" b="89796" l="5874" r="93245">
                        <a14:foregroundMark x1="5874" y1="79592" x2="5874" y2="79592"/>
                        <a14:foregroundMark x1="92070" y1="88010" x2="92070" y2="88010"/>
                        <a14:foregroundMark x1="92658" y1="77806" x2="92658" y2="77806"/>
                        <a14:foregroundMark x1="93098" y1="57908" x2="93098" y2="57908"/>
                        <a14:foregroundMark x1="88399" y1="10204" x2="88399" y2="10204"/>
                        <a14:foregroundMark x1="93245" y1="89031" x2="93245" y2="89031"/>
                        <a14:backgroundMark x1="26138" y1="59694" x2="26138" y2="59694"/>
                        <a14:backgroundMark x1="28634" y1="56888" x2="28634" y2="56888"/>
                        <a14:backgroundMark x1="31131" y1="54082" x2="31131" y2="54082"/>
                        <a14:backgroundMark x1="33480" y1="51020" x2="33480" y2="51020"/>
                        <a14:backgroundMark x1="36123" y1="48469" x2="36123" y2="48469"/>
                        <a14:backgroundMark x1="38620" y1="45153" x2="38620" y2="45153"/>
                        <a14:backgroundMark x1="41116" y1="42347" x2="41116" y2="42347"/>
                        <a14:backgroundMark x1="43612" y1="39286" x2="43612" y2="39286"/>
                      </a14:backgroundRemoval>
                    </a14:imgEffect>
                  </a14:imgLayer>
                </a14:imgProps>
              </a:ext>
            </a:extLst>
          </a:blip>
          <a:srcRect l="3191"/>
          <a:stretch/>
        </p:blipFill>
        <p:spPr>
          <a:xfrm rot="17571028" flipV="1">
            <a:off x="14115310" y="2118715"/>
            <a:ext cx="6279557" cy="3733800"/>
          </a:xfrm>
          <a:prstGeom prst="rect">
            <a:avLst/>
          </a:prstGeom>
        </p:spPr>
      </p:pic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47C09434-BF22-282E-6888-385BBBEF054B}"/>
              </a:ext>
            </a:extLst>
          </p:cNvPr>
          <p:cNvCxnSpPr>
            <a:cxnSpLocks/>
          </p:cNvCxnSpPr>
          <p:nvPr/>
        </p:nvCxnSpPr>
        <p:spPr>
          <a:xfrm flipV="1">
            <a:off x="13764126" y="5314950"/>
            <a:ext cx="2358612" cy="2289008"/>
          </a:xfrm>
          <a:prstGeom prst="straightConnector1">
            <a:avLst/>
          </a:prstGeom>
          <a:ln w="139700">
            <a:solidFill>
              <a:srgbClr val="00EE00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7411BF7E-681A-1C8E-DF4E-A618E663D8D9}"/>
              </a:ext>
            </a:extLst>
          </p:cNvPr>
          <p:cNvCxnSpPr>
            <a:cxnSpLocks/>
          </p:cNvCxnSpPr>
          <p:nvPr/>
        </p:nvCxnSpPr>
        <p:spPr>
          <a:xfrm flipV="1">
            <a:off x="17255088" y="177421"/>
            <a:ext cx="9330" cy="985806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EEC8C06B-9C25-B9E5-8675-29C8F594B683}"/>
              </a:ext>
            </a:extLst>
          </p:cNvPr>
          <p:cNvCxnSpPr>
            <a:cxnSpLocks/>
          </p:cNvCxnSpPr>
          <p:nvPr/>
        </p:nvCxnSpPr>
        <p:spPr>
          <a:xfrm flipV="1">
            <a:off x="17541691" y="197833"/>
            <a:ext cx="461002" cy="1042285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EA466658-3852-285F-9918-5661409B608D}"/>
              </a:ext>
            </a:extLst>
          </p:cNvPr>
          <p:cNvCxnSpPr>
            <a:cxnSpLocks/>
          </p:cNvCxnSpPr>
          <p:nvPr/>
        </p:nvCxnSpPr>
        <p:spPr>
          <a:xfrm flipV="1">
            <a:off x="18110682" y="197833"/>
            <a:ext cx="252567" cy="1234663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31578D03-B4DE-12CA-820E-4CDBC0874231}"/>
              </a:ext>
            </a:extLst>
          </p:cNvPr>
          <p:cNvCxnSpPr>
            <a:cxnSpLocks/>
          </p:cNvCxnSpPr>
          <p:nvPr/>
        </p:nvCxnSpPr>
        <p:spPr>
          <a:xfrm flipV="1">
            <a:off x="18555300" y="177421"/>
            <a:ext cx="472271" cy="1603137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353E009F-041F-2FDB-0A02-0576E9D4A09F}"/>
              </a:ext>
            </a:extLst>
          </p:cNvPr>
          <p:cNvCxnSpPr>
            <a:cxnSpLocks/>
          </p:cNvCxnSpPr>
          <p:nvPr/>
        </p:nvCxnSpPr>
        <p:spPr>
          <a:xfrm flipV="1">
            <a:off x="18820263" y="197833"/>
            <a:ext cx="1374477" cy="1582725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F8CD8BD7-6866-2ECF-8D34-AD9533C3AD06}"/>
              </a:ext>
            </a:extLst>
          </p:cNvPr>
          <p:cNvCxnSpPr>
            <a:cxnSpLocks/>
          </p:cNvCxnSpPr>
          <p:nvPr/>
        </p:nvCxnSpPr>
        <p:spPr>
          <a:xfrm flipV="1">
            <a:off x="19459496" y="197833"/>
            <a:ext cx="1012146" cy="1895834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xão reta unidirecional 36">
            <a:extLst>
              <a:ext uri="{FF2B5EF4-FFF2-40B4-BE49-F238E27FC236}">
                <a16:creationId xmlns:a16="http://schemas.microsoft.com/office/drawing/2014/main" id="{E559C546-3D09-4BDD-29CE-91B24026D0B5}"/>
              </a:ext>
            </a:extLst>
          </p:cNvPr>
          <p:cNvCxnSpPr>
            <a:cxnSpLocks/>
          </p:cNvCxnSpPr>
          <p:nvPr/>
        </p:nvCxnSpPr>
        <p:spPr>
          <a:xfrm flipV="1">
            <a:off x="19890321" y="177421"/>
            <a:ext cx="1802579" cy="2033507"/>
          </a:xfrm>
          <a:prstGeom prst="straightConnector1">
            <a:avLst/>
          </a:prstGeom>
          <a:ln w="69850">
            <a:solidFill>
              <a:srgbClr val="00E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4612F65-7081-B4FF-5B53-534FF62A8EA1}"/>
              </a:ext>
            </a:extLst>
          </p:cNvPr>
          <p:cNvSpPr/>
          <p:nvPr/>
        </p:nvSpPr>
        <p:spPr>
          <a:xfrm rot="1478753">
            <a:off x="16486200" y="1487566"/>
            <a:ext cx="3695022" cy="660370"/>
          </a:xfrm>
          <a:prstGeom prst="roundRect">
            <a:avLst/>
          </a:prstGeom>
          <a:solidFill>
            <a:srgbClr val="00700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 err="1">
                <a:latin typeface="Aptos" panose="020B0004020202020204" pitchFamily="34" charset="0"/>
              </a:rPr>
              <a:t>Hadronisation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E2FBB89-9F46-0E5E-FF36-A0CCACB25A43}"/>
              </a:ext>
            </a:extLst>
          </p:cNvPr>
          <p:cNvSpPr txBox="1"/>
          <p:nvPr/>
        </p:nvSpPr>
        <p:spPr>
          <a:xfrm>
            <a:off x="20845713" y="689851"/>
            <a:ext cx="231582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4400" i="1" dirty="0">
                <a:solidFill>
                  <a:srgbClr val="00EE00"/>
                </a:solidFill>
                <a:latin typeface="Aptos" panose="020B0004020202020204" pitchFamily="34" charset="0"/>
              </a:rPr>
              <a:t>Jet</a:t>
            </a:r>
          </a:p>
          <a:p>
            <a:pPr algn="ctr"/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(</a:t>
            </a:r>
            <a:r>
              <a:rPr lang="pt-PT" sz="3200" dirty="0" err="1">
                <a:solidFill>
                  <a:srgbClr val="00EE00"/>
                </a:solidFill>
                <a:latin typeface="Aptos" panose="020B0004020202020204" pitchFamily="34" charset="0"/>
              </a:rPr>
              <a:t>of</a:t>
            </a:r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rgbClr val="00EE00"/>
                </a:solidFill>
                <a:latin typeface="Aptos" panose="020B0004020202020204" pitchFamily="34" charset="0"/>
              </a:rPr>
              <a:t>hadrons</a:t>
            </a:r>
            <a:r>
              <a:rPr lang="pt-PT" sz="3200" dirty="0">
                <a:solidFill>
                  <a:srgbClr val="00EE00"/>
                </a:solidFill>
                <a:latin typeface="Aptos" panose="020B0004020202020204" pitchFamily="34" charset="0"/>
              </a:rPr>
              <a:t>)</a:t>
            </a:r>
            <a:endParaRPr lang="en-US" sz="3200" dirty="0">
              <a:solidFill>
                <a:srgbClr val="00EE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13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B17CC52F-1C78-BD93-B051-C8B9F34410C0}"/>
              </a:ext>
            </a:extLst>
          </p:cNvPr>
          <p:cNvGrpSpPr/>
          <p:nvPr/>
        </p:nvGrpSpPr>
        <p:grpSpPr>
          <a:xfrm>
            <a:off x="6595125" y="-1"/>
            <a:ext cx="14892529" cy="14400214"/>
            <a:chOff x="6595125" y="-1"/>
            <a:chExt cx="14892529" cy="14400214"/>
          </a:xfrm>
        </p:grpSpPr>
        <p:pic>
          <p:nvPicPr>
            <p:cNvPr id="3" name="Imagem 2" descr="Uma imagem com texto, captura de ecrã&#10;&#10;Descrição gerada automaticamente">
              <a:extLst>
                <a:ext uri="{FF2B5EF4-FFF2-40B4-BE49-F238E27FC236}">
                  <a16:creationId xmlns:a16="http://schemas.microsoft.com/office/drawing/2014/main" id="{C71F8065-DF3C-FC3B-B06E-06D0FBA24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5125" y="-1"/>
              <a:ext cx="14892529" cy="14400214"/>
            </a:xfrm>
            <a:prstGeom prst="rect">
              <a:avLst/>
            </a:prstGeom>
          </p:spPr>
        </p:pic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D237314-8026-E2F3-4F96-894DCCDF520F}"/>
                </a:ext>
              </a:extLst>
            </p:cNvPr>
            <p:cNvGrpSpPr/>
            <p:nvPr/>
          </p:nvGrpSpPr>
          <p:grpSpPr>
            <a:xfrm>
              <a:off x="14018360" y="7520745"/>
              <a:ext cx="6712589" cy="1075036"/>
              <a:chOff x="14355242" y="7440535"/>
              <a:chExt cx="6712589" cy="107503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5EA0E7F-9B60-F49B-D303-A406F8C22B41}"/>
                  </a:ext>
                </a:extLst>
              </p:cNvPr>
              <p:cNvSpPr/>
              <p:nvPr/>
            </p:nvSpPr>
            <p:spPr>
              <a:xfrm>
                <a:off x="14355242" y="7440535"/>
                <a:ext cx="554182" cy="554182"/>
              </a:xfrm>
              <a:prstGeom prst="ellips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Conexão reta 7">
                <a:extLst>
                  <a:ext uri="{FF2B5EF4-FFF2-40B4-BE49-F238E27FC236}">
                    <a16:creationId xmlns:a16="http://schemas.microsoft.com/office/drawing/2014/main" id="{D834843C-CA1F-195E-C26A-0CBD1EF5122D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14828266" y="7913559"/>
                <a:ext cx="598411" cy="602012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" name="Conexão reta 9">
                <a:extLst>
                  <a:ext uri="{FF2B5EF4-FFF2-40B4-BE49-F238E27FC236}">
                    <a16:creationId xmlns:a16="http://schemas.microsoft.com/office/drawing/2014/main" id="{87B39547-C285-FD11-EF69-CDF0AA7996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10641" y="8506047"/>
                <a:ext cx="5657190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BAF82D2-A9C5-B2F8-5A2B-56D32EA469D7}"/>
                </a:ext>
              </a:extLst>
            </p:cNvPr>
            <p:cNvSpPr txBox="1"/>
            <p:nvPr/>
          </p:nvSpPr>
          <p:spPr>
            <a:xfrm>
              <a:off x="15440281" y="7797836"/>
              <a:ext cx="565719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400" i="1" dirty="0">
                  <a:solidFill>
                    <a:srgbClr val="FF1800"/>
                  </a:solidFill>
                  <a:latin typeface="Aptos" panose="020B0004020202020204" pitchFamily="34" charset="0"/>
                </a:rPr>
                <a:t>Quark-</a:t>
              </a:r>
              <a:r>
                <a:rPr lang="pt-PT" sz="4400" i="1" dirty="0" err="1">
                  <a:solidFill>
                    <a:srgbClr val="FF1800"/>
                  </a:solidFill>
                  <a:latin typeface="Aptos" panose="020B0004020202020204" pitchFamily="34" charset="0"/>
                </a:rPr>
                <a:t>Gluon</a:t>
              </a:r>
              <a:r>
                <a:rPr lang="pt-PT" sz="4400" i="1" dirty="0">
                  <a:solidFill>
                    <a:srgbClr val="FF1800"/>
                  </a:solidFill>
                  <a:latin typeface="Aptos" panose="020B0004020202020204" pitchFamily="34" charset="0"/>
                </a:rPr>
                <a:t> Plasma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103323B-2796-EDB9-01D3-B8511058E430}"/>
                </a:ext>
              </a:extLst>
            </p:cNvPr>
            <p:cNvSpPr txBox="1"/>
            <p:nvPr/>
          </p:nvSpPr>
          <p:spPr>
            <a:xfrm>
              <a:off x="15825290" y="8761942"/>
              <a:ext cx="490565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>
                <a:buFont typeface="Aptos" panose="020B0004020202020204" pitchFamily="34" charset="0"/>
                <a:buChar char="→"/>
              </a:pP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Fluid</a:t>
              </a:r>
              <a:r>
                <a:rPr lang="pt-PT" sz="3200" dirty="0">
                  <a:solidFill>
                    <a:schemeClr val="bg1"/>
                  </a:solidFill>
                  <a:latin typeface="Aptos" panose="020B0004020202020204" pitchFamily="34" charset="0"/>
                </a:rPr>
                <a:t> (</a:t>
              </a: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Hydrodynamic</a:t>
              </a:r>
              <a:r>
                <a:rPr lang="pt-PT" sz="3200" dirty="0">
                  <a:solidFill>
                    <a:schemeClr val="bg1"/>
                  </a:solidFill>
                  <a:latin typeface="Aptos" panose="020B0004020202020204" pitchFamily="34" charset="0"/>
                </a:rPr>
                <a:t>)</a:t>
              </a:r>
            </a:p>
            <a:p>
              <a:pPr marL="571500" indent="-571500">
                <a:buFont typeface="Aptos" panose="020B0004020202020204" pitchFamily="34" charset="0"/>
                <a:buChar char="→"/>
              </a:pP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Strongly</a:t>
              </a:r>
              <a:r>
                <a:rPr lang="pt-PT" sz="3200" dirty="0">
                  <a:solidFill>
                    <a:schemeClr val="bg1"/>
                  </a:solidFill>
                  <a:latin typeface="Aptos" panose="020B0004020202020204" pitchFamily="34" charset="0"/>
                </a:rPr>
                <a:t> </a:t>
              </a: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coupled</a:t>
              </a:r>
              <a:endParaRPr lang="pt-PT" sz="3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  <a:p>
              <a:pPr marL="571500" indent="-571500">
                <a:buFont typeface="Aptos" panose="020B0004020202020204" pitchFamily="34" charset="0"/>
                <a:buChar char="→"/>
              </a:pP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Very</a:t>
              </a:r>
              <a:r>
                <a:rPr lang="pt-PT" sz="3200" dirty="0">
                  <a:solidFill>
                    <a:schemeClr val="bg1"/>
                  </a:solidFill>
                  <a:latin typeface="Aptos" panose="020B0004020202020204" pitchFamily="34" charset="0"/>
                </a:rPr>
                <a:t> </a:t>
              </a: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low</a:t>
              </a:r>
              <a:r>
                <a:rPr lang="pt-PT" sz="3200" dirty="0">
                  <a:solidFill>
                    <a:schemeClr val="bg1"/>
                  </a:solidFill>
                  <a:latin typeface="Aptos" panose="020B0004020202020204" pitchFamily="34" charset="0"/>
                </a:rPr>
                <a:t> </a:t>
              </a:r>
              <a:r>
                <a:rPr lang="pt-PT" sz="3200" dirty="0" err="1">
                  <a:solidFill>
                    <a:schemeClr val="bg1"/>
                  </a:solidFill>
                  <a:latin typeface="Aptos" panose="020B0004020202020204" pitchFamily="34" charset="0"/>
                </a:rPr>
                <a:t>viscosity</a:t>
              </a:r>
              <a:endParaRPr lang="pt-PT" sz="320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A7AFC966-6026-6212-AE37-6602BE537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99828" y="942710"/>
              <a:ext cx="2857500" cy="285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916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B17CC52F-1C78-BD93-B051-C8B9F34410C0}"/>
              </a:ext>
            </a:extLst>
          </p:cNvPr>
          <p:cNvGrpSpPr/>
          <p:nvPr/>
        </p:nvGrpSpPr>
        <p:grpSpPr>
          <a:xfrm>
            <a:off x="6595125" y="-1"/>
            <a:ext cx="14892529" cy="14400214"/>
            <a:chOff x="6595125" y="-1"/>
            <a:chExt cx="14892529" cy="14400214"/>
          </a:xfrm>
        </p:grpSpPr>
        <p:pic>
          <p:nvPicPr>
            <p:cNvPr id="3" name="Imagem 2" descr="Uma imagem com texto, captura de ecrã&#10;&#10;Descrição gerada automaticamente">
              <a:extLst>
                <a:ext uri="{FF2B5EF4-FFF2-40B4-BE49-F238E27FC236}">
                  <a16:creationId xmlns:a16="http://schemas.microsoft.com/office/drawing/2014/main" id="{C71F8065-DF3C-FC3B-B06E-06D0FBA24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5125" y="-1"/>
              <a:ext cx="14892529" cy="14400214"/>
            </a:xfrm>
            <a:prstGeom prst="rect">
              <a:avLst/>
            </a:prstGeom>
          </p:spPr>
        </p:pic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5D237314-8026-E2F3-4F96-894DCCDF520F}"/>
                </a:ext>
              </a:extLst>
            </p:cNvPr>
            <p:cNvGrpSpPr/>
            <p:nvPr/>
          </p:nvGrpSpPr>
          <p:grpSpPr>
            <a:xfrm>
              <a:off x="14018360" y="7520745"/>
              <a:ext cx="6712589" cy="1075036"/>
              <a:chOff x="14355242" y="7440535"/>
              <a:chExt cx="6712589" cy="1075036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5EA0E7F-9B60-F49B-D303-A406F8C22B41}"/>
                  </a:ext>
                </a:extLst>
              </p:cNvPr>
              <p:cNvSpPr/>
              <p:nvPr/>
            </p:nvSpPr>
            <p:spPr>
              <a:xfrm>
                <a:off x="14355242" y="7440535"/>
                <a:ext cx="554182" cy="554182"/>
              </a:xfrm>
              <a:prstGeom prst="ellips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Conexão reta 7">
                <a:extLst>
                  <a:ext uri="{FF2B5EF4-FFF2-40B4-BE49-F238E27FC236}">
                    <a16:creationId xmlns:a16="http://schemas.microsoft.com/office/drawing/2014/main" id="{D834843C-CA1F-195E-C26A-0CBD1EF5122D}"/>
                  </a:ext>
                </a:extLst>
              </p:cNvPr>
              <p:cNvCxnSpPr>
                <a:cxnSpLocks/>
                <a:stCxn id="6" idx="5"/>
              </p:cNvCxnSpPr>
              <p:nvPr/>
            </p:nvCxnSpPr>
            <p:spPr>
              <a:xfrm>
                <a:off x="14828266" y="7913559"/>
                <a:ext cx="598411" cy="602012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" name="Conexão reta 9">
                <a:extLst>
                  <a:ext uri="{FF2B5EF4-FFF2-40B4-BE49-F238E27FC236}">
                    <a16:creationId xmlns:a16="http://schemas.microsoft.com/office/drawing/2014/main" id="{87B39547-C285-FD11-EF69-CDF0AA7996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10641" y="8506047"/>
                <a:ext cx="5657190" cy="0"/>
              </a:xfrm>
              <a:prstGeom prst="line">
                <a:avLst/>
              </a:prstGeom>
              <a:no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BAF82D2-A9C5-B2F8-5A2B-56D32EA469D7}"/>
                </a:ext>
              </a:extLst>
            </p:cNvPr>
            <p:cNvSpPr txBox="1"/>
            <p:nvPr/>
          </p:nvSpPr>
          <p:spPr>
            <a:xfrm>
              <a:off x="15440281" y="7797836"/>
              <a:ext cx="565719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4400" i="1" dirty="0">
                  <a:solidFill>
                    <a:srgbClr val="FF1800"/>
                  </a:solidFill>
                  <a:latin typeface="Aptos" panose="020B0004020202020204" pitchFamily="34" charset="0"/>
                </a:rPr>
                <a:t>Quark-</a:t>
              </a:r>
              <a:r>
                <a:rPr lang="pt-PT" sz="4400" i="1" dirty="0" err="1">
                  <a:solidFill>
                    <a:srgbClr val="FF1800"/>
                  </a:solidFill>
                  <a:latin typeface="Aptos" panose="020B0004020202020204" pitchFamily="34" charset="0"/>
                </a:rPr>
                <a:t>Gluon</a:t>
              </a:r>
              <a:r>
                <a:rPr lang="pt-PT" sz="4400" i="1" dirty="0">
                  <a:solidFill>
                    <a:srgbClr val="FF1800"/>
                  </a:solidFill>
                  <a:latin typeface="Aptos" panose="020B0004020202020204" pitchFamily="34" charset="0"/>
                </a:rPr>
                <a:t> Plasma</a:t>
              </a:r>
            </a:p>
          </p:txBody>
        </p:sp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A7AFC966-6026-6212-AE37-6602BE537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99828" y="942710"/>
              <a:ext cx="2857500" cy="285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7149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75322BE-B898-E4BA-9171-CE502C5AFFE1}"/>
              </a:ext>
            </a:extLst>
          </p:cNvPr>
          <p:cNvGrpSpPr/>
          <p:nvPr/>
        </p:nvGrpSpPr>
        <p:grpSpPr>
          <a:xfrm>
            <a:off x="6595125" y="-1"/>
            <a:ext cx="14892529" cy="14400214"/>
            <a:chOff x="6595125" y="-1"/>
            <a:chExt cx="14892529" cy="14400214"/>
          </a:xfrm>
        </p:grpSpPr>
        <p:pic>
          <p:nvPicPr>
            <p:cNvPr id="3" name="Imagem 2" descr="Uma imagem com texto, captura de ecrã&#10;&#10;Descrição gerada automaticamente">
              <a:extLst>
                <a:ext uri="{FF2B5EF4-FFF2-40B4-BE49-F238E27FC236}">
                  <a16:creationId xmlns:a16="http://schemas.microsoft.com/office/drawing/2014/main" id="{C71F8065-DF3C-FC3B-B06E-06D0FBA24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5125" y="-1"/>
              <a:ext cx="14892529" cy="14400214"/>
            </a:xfrm>
            <a:prstGeom prst="rect">
              <a:avLst/>
            </a:prstGeom>
          </p:spPr>
        </p:pic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A7AFC966-6026-6212-AE37-6602BE537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99828" y="942710"/>
              <a:ext cx="2857500" cy="285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1013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C018351-C178-409B-18DE-F183287B0C77}"/>
              </a:ext>
            </a:extLst>
          </p:cNvPr>
          <p:cNvSpPr txBox="1"/>
          <p:nvPr/>
        </p:nvSpPr>
        <p:spPr>
          <a:xfrm>
            <a:off x="0" y="6415276"/>
            <a:ext cx="28079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solidFill>
                  <a:schemeClr val="bg1"/>
                </a:solidFill>
                <a:latin typeface="Aptos" panose="020B0004020202020204" pitchFamily="34" charset="0"/>
              </a:rPr>
              <a:t>Thank</a:t>
            </a:r>
            <a:r>
              <a:rPr lang="pt-PT" sz="96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9600" b="1" dirty="0" err="1">
                <a:solidFill>
                  <a:schemeClr val="bg1"/>
                </a:solidFill>
                <a:latin typeface="Aptos" panose="020B0004020202020204" pitchFamily="34" charset="0"/>
              </a:rPr>
              <a:t>you</a:t>
            </a:r>
            <a:r>
              <a:rPr lang="pt-PT" sz="9600" b="1" dirty="0">
                <a:solidFill>
                  <a:schemeClr val="bg1"/>
                </a:solidFill>
                <a:latin typeface="Aptos" panose="020B0004020202020204" pitchFamily="34" charset="0"/>
              </a:rPr>
              <a:t>!</a:t>
            </a:r>
            <a:endParaRPr lang="en-US" sz="9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900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C018351-C178-409B-18DE-F183287B0C77}"/>
              </a:ext>
            </a:extLst>
          </p:cNvPr>
          <p:cNvSpPr txBox="1"/>
          <p:nvPr/>
        </p:nvSpPr>
        <p:spPr>
          <a:xfrm>
            <a:off x="0" y="4864326"/>
            <a:ext cx="28079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600" b="1" dirty="0" err="1">
                <a:solidFill>
                  <a:schemeClr val="bg1"/>
                </a:solidFill>
                <a:latin typeface="Aptos" panose="020B0004020202020204" pitchFamily="34" charset="0"/>
              </a:rPr>
              <a:t>Credits</a:t>
            </a:r>
            <a:endParaRPr lang="en-US" sz="96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43686D-C6F7-04E8-B27A-E1D06C321F6D}"/>
              </a:ext>
            </a:extLst>
          </p:cNvPr>
          <p:cNvSpPr txBox="1"/>
          <p:nvPr/>
        </p:nvSpPr>
        <p:spPr>
          <a:xfrm>
            <a:off x="522514" y="6765070"/>
            <a:ext cx="269421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Collider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animation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: CERN, “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Heavy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Collision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Event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Animation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”, ID: CERN-VIDEO-2010-214-001, 2010-11-26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Heavy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Collision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animation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showing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QGP in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red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: Yen-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Jie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Lee,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Andre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S.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Yoon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and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Wit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Busza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,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Heavy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Hroup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@ MIT, “MIT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Heavy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Ion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Event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Display: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Pb+Pb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2.76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Tev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”.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Referenced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in W.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Busza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pt-PT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et</a:t>
            </a:r>
            <a:r>
              <a:rPr lang="pt-PT" sz="3200" dirty="0">
                <a:solidFill>
                  <a:schemeClr val="bg1"/>
                </a:solidFill>
                <a:latin typeface="Aptos" panose="020B0004020202020204" pitchFamily="34" charset="0"/>
              </a:rPr>
              <a:t> al., “</a:t>
            </a:r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Heavy Ion </a:t>
            </a:r>
            <a:r>
              <a:rPr lang="en-US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Collisions:The</a:t>
            </a:r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 Big Picture, and the Big Questions”,  2018. arXiv:1802.04801v2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Play/Pause button: Travis Avery, The Noun Project, under the Creative Commons Attribution 3.0 </a:t>
            </a:r>
            <a:r>
              <a:rPr lang="en-US" sz="3200" dirty="0" err="1">
                <a:solidFill>
                  <a:schemeClr val="bg1"/>
                </a:solidFill>
                <a:latin typeface="Aptos" panose="020B0004020202020204" pitchFamily="34" charset="0"/>
              </a:rPr>
              <a:t>Unported</a:t>
            </a:r>
            <a:r>
              <a:rPr lang="en-US" sz="3200" dirty="0">
                <a:solidFill>
                  <a:schemeClr val="bg1"/>
                </a:solidFill>
                <a:latin typeface="Aptos" panose="020B0004020202020204" pitchFamily="34" charset="0"/>
              </a:rPr>
              <a:t> license. https://creativecommons.org/licenses/by/3.0/deed.en</a:t>
            </a:r>
          </a:p>
        </p:txBody>
      </p:sp>
    </p:spTree>
    <p:extLst>
      <p:ext uri="{BB962C8B-B14F-4D97-AF65-F5344CB8AC3E}">
        <p14:creationId xmlns:p14="http://schemas.microsoft.com/office/powerpoint/2010/main" val="1538998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3097</TotalTime>
  <Words>1298</Words>
  <Application>Microsoft Office PowerPoint</Application>
  <PresentationFormat>Personalizados</PresentationFormat>
  <Paragraphs>844</Paragraphs>
  <Slides>28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28</vt:i4>
      </vt:variant>
    </vt:vector>
  </HeadingPairs>
  <TitlesOfParts>
    <vt:vector size="37" baseType="lpstr">
      <vt:lpstr>Aptos</vt:lpstr>
      <vt:lpstr>Aptos Display</vt:lpstr>
      <vt:lpstr>Aptos ExtraBold</vt:lpstr>
      <vt:lpstr>Aptos Serif</vt:lpstr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Soares Trindade Nunes dos Santos</dc:creator>
  <cp:lastModifiedBy>José Soares Trindade Nunes dos Santos</cp:lastModifiedBy>
  <cp:revision>9</cp:revision>
  <dcterms:created xsi:type="dcterms:W3CDTF">2023-10-29T17:37:21Z</dcterms:created>
  <dcterms:modified xsi:type="dcterms:W3CDTF">2024-01-21T22:11:21Z</dcterms:modified>
</cp:coreProperties>
</file>