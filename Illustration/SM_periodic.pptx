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0" r:id="rId3"/>
    <p:sldId id="258" r:id="rId4"/>
    <p:sldId id="257" r:id="rId5"/>
    <p:sldId id="259" r:id="rId6"/>
  </p:sldIdLst>
  <p:sldSz cx="37799963" cy="39600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472" userDrawn="1">
          <p15:clr>
            <a:srgbClr val="A4A3A4"/>
          </p15:clr>
        </p15:guide>
        <p15:guide id="2" pos="119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FFFF66"/>
    <a:srgbClr val="66FFCC"/>
    <a:srgbClr val="FF6699"/>
    <a:srgbClr val="FF9966"/>
    <a:srgbClr val="33CCFF"/>
    <a:srgbClr val="99FF66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25" d="100"/>
          <a:sy n="25" d="100"/>
        </p:scale>
        <p:origin x="-246" y="-834"/>
      </p:cViewPr>
      <p:guideLst>
        <p:guide orient="horz" pos="12472"/>
        <p:guide pos="119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4997" y="6480867"/>
            <a:ext cx="32129969" cy="13786732"/>
          </a:xfrm>
        </p:spPr>
        <p:txBody>
          <a:bodyPr anchor="b"/>
          <a:lstStyle>
            <a:lvl1pPr algn="ctr">
              <a:defRPr sz="24803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996" y="20799268"/>
            <a:ext cx="28349972" cy="9560876"/>
          </a:xfrm>
        </p:spPr>
        <p:txBody>
          <a:bodyPr/>
          <a:lstStyle>
            <a:lvl1pPr marL="0" indent="0" algn="ctr">
              <a:buNone/>
              <a:defRPr sz="9921"/>
            </a:lvl1pPr>
            <a:lvl2pPr marL="1890019" indent="0" algn="ctr">
              <a:buNone/>
              <a:defRPr sz="8268"/>
            </a:lvl2pPr>
            <a:lvl3pPr marL="3780038" indent="0" algn="ctr">
              <a:buNone/>
              <a:defRPr sz="7441"/>
            </a:lvl3pPr>
            <a:lvl4pPr marL="5670057" indent="0" algn="ctr">
              <a:buNone/>
              <a:defRPr sz="6614"/>
            </a:lvl4pPr>
            <a:lvl5pPr marL="7560076" indent="0" algn="ctr">
              <a:buNone/>
              <a:defRPr sz="6614"/>
            </a:lvl5pPr>
            <a:lvl6pPr marL="9450095" indent="0" algn="ctr">
              <a:buNone/>
              <a:defRPr sz="6614"/>
            </a:lvl6pPr>
            <a:lvl7pPr marL="11340114" indent="0" algn="ctr">
              <a:buNone/>
              <a:defRPr sz="6614"/>
            </a:lvl7pPr>
            <a:lvl8pPr marL="13230134" indent="0" algn="ctr">
              <a:buNone/>
              <a:defRPr sz="6614"/>
            </a:lvl8pPr>
            <a:lvl9pPr marL="15120153" indent="0" algn="ctr">
              <a:buNone/>
              <a:defRPr sz="6614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558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493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9062" y="9872559"/>
            <a:ext cx="32602468" cy="16472575"/>
          </a:xfrm>
        </p:spPr>
        <p:txBody>
          <a:bodyPr anchor="b"/>
          <a:lstStyle>
            <a:lvl1pPr>
              <a:defRPr sz="24803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9062" y="26500971"/>
            <a:ext cx="32602468" cy="8662538"/>
          </a:xfrm>
        </p:spPr>
        <p:txBody>
          <a:bodyPr/>
          <a:lstStyle>
            <a:lvl1pPr marL="0" indent="0">
              <a:buNone/>
              <a:defRPr sz="9921">
                <a:solidFill>
                  <a:schemeClr val="tx1"/>
                </a:solidFill>
              </a:defRPr>
            </a:lvl1pPr>
            <a:lvl2pPr marL="1890019" indent="0">
              <a:buNone/>
              <a:defRPr sz="8268">
                <a:solidFill>
                  <a:schemeClr val="tx1">
                    <a:tint val="75000"/>
                  </a:schemeClr>
                </a:solidFill>
              </a:defRPr>
            </a:lvl2pPr>
            <a:lvl3pPr marL="3780038" indent="0">
              <a:buNone/>
              <a:defRPr sz="7441">
                <a:solidFill>
                  <a:schemeClr val="tx1">
                    <a:tint val="75000"/>
                  </a:schemeClr>
                </a:solidFill>
              </a:defRPr>
            </a:lvl3pPr>
            <a:lvl4pPr marL="5670057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4pPr>
            <a:lvl5pPr marL="756007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5pPr>
            <a:lvl6pPr marL="9450095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6pPr>
            <a:lvl7pPr marL="11340114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7pPr>
            <a:lvl8pPr marL="13230134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8pPr>
            <a:lvl9pPr marL="15120153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481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748" y="10541716"/>
            <a:ext cx="16064984" cy="2512595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136231" y="10541716"/>
            <a:ext cx="16064984" cy="2512595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2508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671" y="2108352"/>
            <a:ext cx="32602468" cy="7654206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675" y="9707549"/>
            <a:ext cx="15991154" cy="4757520"/>
          </a:xfrm>
        </p:spPr>
        <p:txBody>
          <a:bodyPr anchor="b"/>
          <a:lstStyle>
            <a:lvl1pPr marL="0" indent="0">
              <a:buNone/>
              <a:defRPr sz="9921" b="1"/>
            </a:lvl1pPr>
            <a:lvl2pPr marL="1890019" indent="0">
              <a:buNone/>
              <a:defRPr sz="8268" b="1"/>
            </a:lvl2pPr>
            <a:lvl3pPr marL="3780038" indent="0">
              <a:buNone/>
              <a:defRPr sz="7441" b="1"/>
            </a:lvl3pPr>
            <a:lvl4pPr marL="5670057" indent="0">
              <a:buNone/>
              <a:defRPr sz="6614" b="1"/>
            </a:lvl4pPr>
            <a:lvl5pPr marL="7560076" indent="0">
              <a:buNone/>
              <a:defRPr sz="6614" b="1"/>
            </a:lvl5pPr>
            <a:lvl6pPr marL="9450095" indent="0">
              <a:buNone/>
              <a:defRPr sz="6614" b="1"/>
            </a:lvl6pPr>
            <a:lvl7pPr marL="11340114" indent="0">
              <a:buNone/>
              <a:defRPr sz="6614" b="1"/>
            </a:lvl7pPr>
            <a:lvl8pPr marL="13230134" indent="0">
              <a:buNone/>
              <a:defRPr sz="6614" b="1"/>
            </a:lvl8pPr>
            <a:lvl9pPr marL="15120153" indent="0">
              <a:buNone/>
              <a:defRPr sz="6614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675" y="14465069"/>
            <a:ext cx="15991154" cy="21275937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136233" y="9707549"/>
            <a:ext cx="16069908" cy="4757520"/>
          </a:xfrm>
        </p:spPr>
        <p:txBody>
          <a:bodyPr anchor="b"/>
          <a:lstStyle>
            <a:lvl1pPr marL="0" indent="0">
              <a:buNone/>
              <a:defRPr sz="9921" b="1"/>
            </a:lvl1pPr>
            <a:lvl2pPr marL="1890019" indent="0">
              <a:buNone/>
              <a:defRPr sz="8268" b="1"/>
            </a:lvl2pPr>
            <a:lvl3pPr marL="3780038" indent="0">
              <a:buNone/>
              <a:defRPr sz="7441" b="1"/>
            </a:lvl3pPr>
            <a:lvl4pPr marL="5670057" indent="0">
              <a:buNone/>
              <a:defRPr sz="6614" b="1"/>
            </a:lvl4pPr>
            <a:lvl5pPr marL="7560076" indent="0">
              <a:buNone/>
              <a:defRPr sz="6614" b="1"/>
            </a:lvl5pPr>
            <a:lvl6pPr marL="9450095" indent="0">
              <a:buNone/>
              <a:defRPr sz="6614" b="1"/>
            </a:lvl6pPr>
            <a:lvl7pPr marL="11340114" indent="0">
              <a:buNone/>
              <a:defRPr sz="6614" b="1"/>
            </a:lvl7pPr>
            <a:lvl8pPr marL="13230134" indent="0">
              <a:buNone/>
              <a:defRPr sz="6614" b="1"/>
            </a:lvl8pPr>
            <a:lvl9pPr marL="15120153" indent="0">
              <a:buNone/>
              <a:defRPr sz="6614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136233" y="14465069"/>
            <a:ext cx="16069908" cy="21275937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970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0114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148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671" y="2640012"/>
            <a:ext cx="12191472" cy="9240044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9908" y="5701703"/>
            <a:ext cx="19136231" cy="28141800"/>
          </a:xfrm>
        </p:spPr>
        <p:txBody>
          <a:bodyPr/>
          <a:lstStyle>
            <a:lvl1pPr>
              <a:defRPr sz="13228"/>
            </a:lvl1pPr>
            <a:lvl2pPr>
              <a:defRPr sz="11575"/>
            </a:lvl2pPr>
            <a:lvl3pPr>
              <a:defRPr sz="9921"/>
            </a:lvl3pPr>
            <a:lvl4pPr>
              <a:defRPr sz="8268"/>
            </a:lvl4pPr>
            <a:lvl5pPr>
              <a:defRPr sz="8268"/>
            </a:lvl5pPr>
            <a:lvl6pPr>
              <a:defRPr sz="8268"/>
            </a:lvl6pPr>
            <a:lvl7pPr>
              <a:defRPr sz="8268"/>
            </a:lvl7pPr>
            <a:lvl8pPr>
              <a:defRPr sz="8268"/>
            </a:lvl8pPr>
            <a:lvl9pPr>
              <a:defRPr sz="8268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3671" y="11880056"/>
            <a:ext cx="12191472" cy="22009274"/>
          </a:xfrm>
        </p:spPr>
        <p:txBody>
          <a:bodyPr/>
          <a:lstStyle>
            <a:lvl1pPr marL="0" indent="0">
              <a:buNone/>
              <a:defRPr sz="6614"/>
            </a:lvl1pPr>
            <a:lvl2pPr marL="1890019" indent="0">
              <a:buNone/>
              <a:defRPr sz="5787"/>
            </a:lvl2pPr>
            <a:lvl3pPr marL="3780038" indent="0">
              <a:buNone/>
              <a:defRPr sz="4961"/>
            </a:lvl3pPr>
            <a:lvl4pPr marL="5670057" indent="0">
              <a:buNone/>
              <a:defRPr sz="4134"/>
            </a:lvl4pPr>
            <a:lvl5pPr marL="7560076" indent="0">
              <a:buNone/>
              <a:defRPr sz="4134"/>
            </a:lvl5pPr>
            <a:lvl6pPr marL="9450095" indent="0">
              <a:buNone/>
              <a:defRPr sz="4134"/>
            </a:lvl6pPr>
            <a:lvl7pPr marL="11340114" indent="0">
              <a:buNone/>
              <a:defRPr sz="4134"/>
            </a:lvl7pPr>
            <a:lvl8pPr marL="13230134" indent="0">
              <a:buNone/>
              <a:defRPr sz="4134"/>
            </a:lvl8pPr>
            <a:lvl9pPr marL="15120153" indent="0">
              <a:buNone/>
              <a:defRPr sz="4134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8933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671" y="2640012"/>
            <a:ext cx="12191472" cy="9240044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069908" y="5701703"/>
            <a:ext cx="19136231" cy="28141800"/>
          </a:xfrm>
        </p:spPr>
        <p:txBody>
          <a:bodyPr anchor="t"/>
          <a:lstStyle>
            <a:lvl1pPr marL="0" indent="0">
              <a:buNone/>
              <a:defRPr sz="13228"/>
            </a:lvl1pPr>
            <a:lvl2pPr marL="1890019" indent="0">
              <a:buNone/>
              <a:defRPr sz="11575"/>
            </a:lvl2pPr>
            <a:lvl3pPr marL="3780038" indent="0">
              <a:buNone/>
              <a:defRPr sz="9921"/>
            </a:lvl3pPr>
            <a:lvl4pPr marL="5670057" indent="0">
              <a:buNone/>
              <a:defRPr sz="8268"/>
            </a:lvl4pPr>
            <a:lvl5pPr marL="7560076" indent="0">
              <a:buNone/>
              <a:defRPr sz="8268"/>
            </a:lvl5pPr>
            <a:lvl6pPr marL="9450095" indent="0">
              <a:buNone/>
              <a:defRPr sz="8268"/>
            </a:lvl6pPr>
            <a:lvl7pPr marL="11340114" indent="0">
              <a:buNone/>
              <a:defRPr sz="8268"/>
            </a:lvl7pPr>
            <a:lvl8pPr marL="13230134" indent="0">
              <a:buNone/>
              <a:defRPr sz="8268"/>
            </a:lvl8pPr>
            <a:lvl9pPr marL="15120153" indent="0">
              <a:buNone/>
              <a:defRPr sz="8268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3671" y="11880056"/>
            <a:ext cx="12191472" cy="22009274"/>
          </a:xfrm>
        </p:spPr>
        <p:txBody>
          <a:bodyPr/>
          <a:lstStyle>
            <a:lvl1pPr marL="0" indent="0">
              <a:buNone/>
              <a:defRPr sz="6614"/>
            </a:lvl1pPr>
            <a:lvl2pPr marL="1890019" indent="0">
              <a:buNone/>
              <a:defRPr sz="5787"/>
            </a:lvl2pPr>
            <a:lvl3pPr marL="3780038" indent="0">
              <a:buNone/>
              <a:defRPr sz="4961"/>
            </a:lvl3pPr>
            <a:lvl4pPr marL="5670057" indent="0">
              <a:buNone/>
              <a:defRPr sz="4134"/>
            </a:lvl4pPr>
            <a:lvl5pPr marL="7560076" indent="0">
              <a:buNone/>
              <a:defRPr sz="4134"/>
            </a:lvl5pPr>
            <a:lvl6pPr marL="9450095" indent="0">
              <a:buNone/>
              <a:defRPr sz="4134"/>
            </a:lvl6pPr>
            <a:lvl7pPr marL="11340114" indent="0">
              <a:buNone/>
              <a:defRPr sz="4134"/>
            </a:lvl7pPr>
            <a:lvl8pPr marL="13230134" indent="0">
              <a:buNone/>
              <a:defRPr sz="4134"/>
            </a:lvl8pPr>
            <a:lvl9pPr marL="15120153" indent="0">
              <a:buNone/>
              <a:defRPr sz="4134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31132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80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050601" y="2108343"/>
            <a:ext cx="8150617" cy="33559329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8749" y="2108343"/>
            <a:ext cx="23979352" cy="3355932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4367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748" y="2108352"/>
            <a:ext cx="32602468" cy="7654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748" y="10541716"/>
            <a:ext cx="32602468" cy="25125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98747" y="36703516"/>
            <a:ext cx="8504992" cy="2108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F633C-8E05-4080-8A56-08365720CD40}" type="datetimeFigureOut">
              <a:rPr lang="pt-PT" smtClean="0"/>
              <a:t>29/10/2023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21238" y="36703516"/>
            <a:ext cx="12757488" cy="2108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696224" y="36703516"/>
            <a:ext cx="8504992" cy="2108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88DBF-6567-4EF6-9094-FDE0968E750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243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780038" rtl="0" eaLnBrk="1" latinLnBrk="0" hangingPunct="1">
        <a:lnSpc>
          <a:spcPct val="90000"/>
        </a:lnSpc>
        <a:spcBef>
          <a:spcPct val="0"/>
        </a:spcBef>
        <a:buNone/>
        <a:defRPr sz="181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5010" indent="-945010" algn="l" defTabSz="3780038" rtl="0" eaLnBrk="1" latinLnBrk="0" hangingPunct="1">
        <a:lnSpc>
          <a:spcPct val="90000"/>
        </a:lnSpc>
        <a:spcBef>
          <a:spcPts val="4134"/>
        </a:spcBef>
        <a:buFont typeface="Arial" panose="020B0604020202020204" pitchFamily="34" charset="0"/>
        <a:buChar char="•"/>
        <a:defRPr sz="11575" kern="1200">
          <a:solidFill>
            <a:schemeClr val="tx1"/>
          </a:solidFill>
          <a:latin typeface="+mn-lt"/>
          <a:ea typeface="+mn-ea"/>
          <a:cs typeface="+mn-cs"/>
        </a:defRPr>
      </a:lvl1pPr>
      <a:lvl2pPr marL="2835029" indent="-945010" algn="l" defTabSz="3780038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2pPr>
      <a:lvl3pPr marL="4725048" indent="-945010" algn="l" defTabSz="3780038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8268" kern="1200">
          <a:solidFill>
            <a:schemeClr val="tx1"/>
          </a:solidFill>
          <a:latin typeface="+mn-lt"/>
          <a:ea typeface="+mn-ea"/>
          <a:cs typeface="+mn-cs"/>
        </a:defRPr>
      </a:lvl3pPr>
      <a:lvl4pPr marL="6615067" indent="-945010" algn="l" defTabSz="3780038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4pPr>
      <a:lvl5pPr marL="8505086" indent="-945010" algn="l" defTabSz="3780038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5pPr>
      <a:lvl6pPr marL="10395105" indent="-945010" algn="l" defTabSz="3780038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6pPr>
      <a:lvl7pPr marL="12285124" indent="-945010" algn="l" defTabSz="3780038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7pPr>
      <a:lvl8pPr marL="14175143" indent="-945010" algn="l" defTabSz="3780038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8pPr>
      <a:lvl9pPr marL="16065162" indent="-945010" algn="l" defTabSz="3780038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74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80038" rtl="0" eaLnBrk="1" latinLnBrk="0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1pPr>
      <a:lvl2pPr marL="1890019" algn="l" defTabSz="3780038" rtl="0" eaLnBrk="1" latinLnBrk="0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2pPr>
      <a:lvl3pPr marL="3780038" algn="l" defTabSz="3780038" rtl="0" eaLnBrk="1" latinLnBrk="0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3pPr>
      <a:lvl4pPr marL="5670057" algn="l" defTabSz="3780038" rtl="0" eaLnBrk="1" latinLnBrk="0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4pPr>
      <a:lvl5pPr marL="7560076" algn="l" defTabSz="3780038" rtl="0" eaLnBrk="1" latinLnBrk="0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5pPr>
      <a:lvl6pPr marL="9450095" algn="l" defTabSz="3780038" rtl="0" eaLnBrk="1" latinLnBrk="0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6pPr>
      <a:lvl7pPr marL="11340114" algn="l" defTabSz="3780038" rtl="0" eaLnBrk="1" latinLnBrk="0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7pPr>
      <a:lvl8pPr marL="13230134" algn="l" defTabSz="3780038" rtl="0" eaLnBrk="1" latinLnBrk="0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8pPr>
      <a:lvl9pPr marL="15120153" algn="l" defTabSz="3780038" rtl="0" eaLnBrk="1" latinLnBrk="0" hangingPunct="1">
        <a:defRPr sz="74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0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21.png"/><Relationship Id="rId18" Type="http://schemas.openxmlformats.org/officeDocument/2006/relationships/image" Target="../media/image200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9.png"/><Relationship Id="rId15" Type="http://schemas.openxmlformats.org/officeDocument/2006/relationships/image" Target="../media/image23.png"/><Relationship Id="rId10" Type="http://schemas.openxmlformats.org/officeDocument/2006/relationships/image" Target="../media/image180.png"/><Relationship Id="rId9" Type="http://schemas.openxmlformats.org/officeDocument/2006/relationships/image" Target="../media/image170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6A7C49B-2B45-539D-66F0-2492E0606FF3}"/>
              </a:ext>
            </a:extLst>
          </p:cNvPr>
          <p:cNvGrpSpPr/>
          <p:nvPr/>
        </p:nvGrpSpPr>
        <p:grpSpPr>
          <a:xfrm>
            <a:off x="14531181" y="9029106"/>
            <a:ext cx="4368800" cy="4675655"/>
            <a:chOff x="5816600" y="493245"/>
            <a:chExt cx="4368800" cy="4675655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B12FEB94-4E20-4539-A6FB-4731B07E500A}"/>
                </a:ext>
              </a:extLst>
            </p:cNvPr>
            <p:cNvSpPr/>
            <p:nvPr/>
          </p:nvSpPr>
          <p:spPr>
            <a:xfrm>
              <a:off x="6007100" y="990600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520786F-7731-6294-2491-C4EAFAFCB62B}"/>
                </a:ext>
              </a:extLst>
            </p:cNvPr>
            <p:cNvSpPr/>
            <p:nvPr/>
          </p:nvSpPr>
          <p:spPr>
            <a:xfrm>
              <a:off x="6273800" y="1257300"/>
              <a:ext cx="3644900" cy="36449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778000" h="1778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00D8CA6-5658-2F39-08DE-4BFD587B0B20}"/>
                </a:ext>
              </a:extLst>
            </p:cNvPr>
            <p:cNvSpPr txBox="1"/>
            <p:nvPr/>
          </p:nvSpPr>
          <p:spPr>
            <a:xfrm>
              <a:off x="8813800" y="493245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t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847C36BF-E77F-685B-FB1C-2508343DFA31}"/>
                </a:ext>
              </a:extLst>
            </p:cNvPr>
            <p:cNvSpPr txBox="1"/>
            <p:nvPr/>
          </p:nvSpPr>
          <p:spPr>
            <a:xfrm>
              <a:off x="6007100" y="4327664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>
                  <a:latin typeface="Aptos Display" panose="020B0004020202020204" pitchFamily="34" charset="0"/>
                </a:rPr>
                <a:t>Top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302AF07-BFF6-E98D-EF04-76E2809AEB1D}"/>
                    </a:ext>
                  </a:extLst>
                </p:cNvPr>
                <p:cNvSpPr txBox="1"/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4302AF07-BFF6-E98D-EF04-76E2809AE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6F7AED8-329D-0E14-C403-079AF5DCADD6}"/>
              </a:ext>
            </a:extLst>
          </p:cNvPr>
          <p:cNvGrpSpPr/>
          <p:nvPr/>
        </p:nvGrpSpPr>
        <p:grpSpPr>
          <a:xfrm>
            <a:off x="9895681" y="9029106"/>
            <a:ext cx="4368800" cy="4675655"/>
            <a:chOff x="5816600" y="493245"/>
            <a:chExt cx="4368800" cy="4675655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8F6E5C6-22CA-7A23-F14F-F345A8DDA756}"/>
                </a:ext>
              </a:extLst>
            </p:cNvPr>
            <p:cNvSpPr/>
            <p:nvPr/>
          </p:nvSpPr>
          <p:spPr>
            <a:xfrm>
              <a:off x="6007100" y="990600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544A05E-3020-21FC-23BA-33E799D5B923}"/>
                </a:ext>
              </a:extLst>
            </p:cNvPr>
            <p:cNvSpPr/>
            <p:nvPr/>
          </p:nvSpPr>
          <p:spPr>
            <a:xfrm>
              <a:off x="7739850" y="2723350"/>
              <a:ext cx="712800" cy="7128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55600" h="3556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FB5ADEB-3915-812D-CDCC-C9CA9B41DF57}"/>
                </a:ext>
              </a:extLst>
            </p:cNvPr>
            <p:cNvSpPr txBox="1"/>
            <p:nvPr/>
          </p:nvSpPr>
          <p:spPr>
            <a:xfrm>
              <a:off x="8464887" y="493245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c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DB543F4-049B-4647-8135-69D6312EF752}"/>
                </a:ext>
              </a:extLst>
            </p:cNvPr>
            <p:cNvSpPr txBox="1"/>
            <p:nvPr/>
          </p:nvSpPr>
          <p:spPr>
            <a:xfrm>
              <a:off x="6007100" y="4327664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Charm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C306A9FE-FE9C-1583-BF39-2CE8D68B7DE5}"/>
                    </a:ext>
                  </a:extLst>
                </p:cNvPr>
                <p:cNvSpPr txBox="1"/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C306A9FE-FE9C-1583-BF39-2CE8D68B7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91EF69F-1183-D8B2-870F-8C248AF2ED52}"/>
              </a:ext>
            </a:extLst>
          </p:cNvPr>
          <p:cNvGrpSpPr/>
          <p:nvPr/>
        </p:nvGrpSpPr>
        <p:grpSpPr>
          <a:xfrm>
            <a:off x="5256838" y="9029106"/>
            <a:ext cx="4368800" cy="4675655"/>
            <a:chOff x="5816600" y="493245"/>
            <a:chExt cx="4368800" cy="4675655"/>
          </a:xfrm>
        </p:grpSpPr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DE768867-31C6-7A2A-DF1D-70F0625BEFBE}"/>
                </a:ext>
              </a:extLst>
            </p:cNvPr>
            <p:cNvSpPr/>
            <p:nvPr/>
          </p:nvSpPr>
          <p:spPr>
            <a:xfrm>
              <a:off x="6007100" y="990600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68947A3-7516-8737-71FF-FD4176D4574E}"/>
                </a:ext>
              </a:extLst>
            </p:cNvPr>
            <p:cNvSpPr/>
            <p:nvPr/>
          </p:nvSpPr>
          <p:spPr>
            <a:xfrm>
              <a:off x="8053050" y="3036550"/>
              <a:ext cx="86400" cy="864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50800" h="508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B05856DE-F064-607A-C758-5A801D4BF39A}"/>
                </a:ext>
              </a:extLst>
            </p:cNvPr>
            <p:cNvSpPr txBox="1"/>
            <p:nvPr/>
          </p:nvSpPr>
          <p:spPr>
            <a:xfrm>
              <a:off x="8406831" y="493245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u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94505C64-5A01-3A9F-1710-1813A8B2B9BF}"/>
                </a:ext>
              </a:extLst>
            </p:cNvPr>
            <p:cNvSpPr txBox="1"/>
            <p:nvPr/>
          </p:nvSpPr>
          <p:spPr>
            <a:xfrm>
              <a:off x="6007100" y="4327664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Up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F7F38C14-5EAA-C7C4-CF73-06EA8816203F}"/>
                    </a:ext>
                  </a:extLst>
                </p:cNvPr>
                <p:cNvSpPr txBox="1"/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F7F38C14-5EAA-C7C4-CF73-06EA881620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CD05EDD-113B-9205-30CE-83F849228B8A}"/>
              </a:ext>
            </a:extLst>
          </p:cNvPr>
          <p:cNvGrpSpPr/>
          <p:nvPr/>
        </p:nvGrpSpPr>
        <p:grpSpPr>
          <a:xfrm>
            <a:off x="14531181" y="13663385"/>
            <a:ext cx="4368800" cy="4675655"/>
            <a:chOff x="5816600" y="493245"/>
            <a:chExt cx="4368800" cy="4675655"/>
          </a:xfrm>
        </p:grpSpPr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9233B0F8-6F0A-AFF4-F13E-834E14BCC8FA}"/>
                </a:ext>
              </a:extLst>
            </p:cNvPr>
            <p:cNvSpPr/>
            <p:nvPr/>
          </p:nvSpPr>
          <p:spPr>
            <a:xfrm>
              <a:off x="6007100" y="990600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D310D6-C398-79E8-840E-63BE88DBE480}"/>
                </a:ext>
              </a:extLst>
            </p:cNvPr>
            <p:cNvSpPr/>
            <p:nvPr/>
          </p:nvSpPr>
          <p:spPr>
            <a:xfrm>
              <a:off x="7565250" y="2394810"/>
              <a:ext cx="1062000" cy="10620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546100" h="5461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B7DB5754-20F8-8751-6E87-982E6378BF36}"/>
                </a:ext>
              </a:extLst>
            </p:cNvPr>
            <p:cNvSpPr txBox="1"/>
            <p:nvPr/>
          </p:nvSpPr>
          <p:spPr>
            <a:xfrm>
              <a:off x="8432800" y="493245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b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C581EF93-A8B2-586F-1E7D-E2366D7240A7}"/>
                </a:ext>
              </a:extLst>
            </p:cNvPr>
            <p:cNvSpPr txBox="1"/>
            <p:nvPr/>
          </p:nvSpPr>
          <p:spPr>
            <a:xfrm>
              <a:off x="6007100" y="4327664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Bottom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ADC7C7E9-1316-0337-7092-6798FD9F4D01}"/>
                    </a:ext>
                  </a:extLst>
                </p:cNvPr>
                <p:cNvSpPr txBox="1"/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ADC7C7E9-1316-0337-7092-6798FD9F4D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3D5A6C7-A73C-1887-1E25-EF21574C844E}"/>
              </a:ext>
            </a:extLst>
          </p:cNvPr>
          <p:cNvGrpSpPr/>
          <p:nvPr/>
        </p:nvGrpSpPr>
        <p:grpSpPr>
          <a:xfrm>
            <a:off x="9895681" y="13663385"/>
            <a:ext cx="4368800" cy="4675655"/>
            <a:chOff x="5816600" y="493245"/>
            <a:chExt cx="4368800" cy="4675655"/>
          </a:xfrm>
        </p:grpSpPr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3CBD4F15-0EB5-F4CC-D2BD-D987B2595A62}"/>
                </a:ext>
              </a:extLst>
            </p:cNvPr>
            <p:cNvSpPr/>
            <p:nvPr/>
          </p:nvSpPr>
          <p:spPr>
            <a:xfrm>
              <a:off x="6007100" y="990600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2685EDA-9273-AB65-9E8F-31890011B9CA}"/>
                </a:ext>
              </a:extLst>
            </p:cNvPr>
            <p:cNvSpPr/>
            <p:nvPr/>
          </p:nvSpPr>
          <p:spPr>
            <a:xfrm>
              <a:off x="7946850" y="2930350"/>
              <a:ext cx="298800" cy="2988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9700" h="1397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FEBF2525-8525-8FB0-40F4-0A248ABA86F4}"/>
                </a:ext>
              </a:extLst>
            </p:cNvPr>
            <p:cNvSpPr txBox="1"/>
            <p:nvPr/>
          </p:nvSpPr>
          <p:spPr>
            <a:xfrm>
              <a:off x="8464887" y="493245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s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CD88D75F-6F63-1C6B-26D0-33719A78FC98}"/>
                </a:ext>
              </a:extLst>
            </p:cNvPr>
            <p:cNvSpPr txBox="1"/>
            <p:nvPr/>
          </p:nvSpPr>
          <p:spPr>
            <a:xfrm>
              <a:off x="6007100" y="4327664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Strange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FAFE713B-B371-7600-1C25-B1F4E329BF92}"/>
                    </a:ext>
                  </a:extLst>
                </p:cNvPr>
                <p:cNvSpPr txBox="1"/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FAFE713B-B371-7600-1C25-B1F4E329B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6600" y="1066686"/>
                  <a:ext cx="1447800" cy="12448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7F0B24B4-3F03-38C7-1292-7C6B0577B1CB}"/>
              </a:ext>
            </a:extLst>
          </p:cNvPr>
          <p:cNvGrpSpPr/>
          <p:nvPr/>
        </p:nvGrpSpPr>
        <p:grpSpPr>
          <a:xfrm>
            <a:off x="5256838" y="13663385"/>
            <a:ext cx="4368800" cy="4675655"/>
            <a:chOff x="5816600" y="493245"/>
            <a:chExt cx="4368800" cy="4675655"/>
          </a:xfrm>
        </p:grpSpPr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A6C40225-CF7E-C3C8-4B82-9DFEE70974CE}"/>
                </a:ext>
              </a:extLst>
            </p:cNvPr>
            <p:cNvSpPr/>
            <p:nvPr/>
          </p:nvSpPr>
          <p:spPr>
            <a:xfrm>
              <a:off x="6007100" y="990600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1A98E5F-7779-BDCB-B29D-8E4872A54003}"/>
                </a:ext>
              </a:extLst>
            </p:cNvPr>
            <p:cNvSpPr/>
            <p:nvPr/>
          </p:nvSpPr>
          <p:spPr>
            <a:xfrm>
              <a:off x="8045157" y="3023950"/>
              <a:ext cx="111600" cy="1116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63500" h="63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D3632ED0-CDC8-BE1F-5D5A-F9D3CE14B117}"/>
                </a:ext>
              </a:extLst>
            </p:cNvPr>
            <p:cNvSpPr txBox="1"/>
            <p:nvPr/>
          </p:nvSpPr>
          <p:spPr>
            <a:xfrm>
              <a:off x="8292531" y="493245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d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4DBDA356-2D42-1EE2-4573-32A407FD9496}"/>
                </a:ext>
              </a:extLst>
            </p:cNvPr>
            <p:cNvSpPr txBox="1"/>
            <p:nvPr/>
          </p:nvSpPr>
          <p:spPr>
            <a:xfrm>
              <a:off x="6007100" y="4327664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Down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aixaDeTexto 40">
                  <a:extLst>
                    <a:ext uri="{FF2B5EF4-FFF2-40B4-BE49-F238E27FC236}">
                      <a16:creationId xmlns:a16="http://schemas.microsoft.com/office/drawing/2014/main" id="{6844F0C6-3EEC-3C99-D0F9-5B188469EE3C}"/>
                    </a:ext>
                  </a:extLst>
                </p:cNvPr>
                <p:cNvSpPr txBox="1"/>
                <p:nvPr/>
              </p:nvSpPr>
              <p:spPr>
                <a:xfrm>
                  <a:off x="5816600" y="1066686"/>
                  <a:ext cx="1447800" cy="12493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1" name="CaixaDeTexto 40">
                  <a:extLst>
                    <a:ext uri="{FF2B5EF4-FFF2-40B4-BE49-F238E27FC236}">
                      <a16:creationId xmlns:a16="http://schemas.microsoft.com/office/drawing/2014/main" id="{6844F0C6-3EEC-3C99-D0F9-5B188469E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6600" y="1066686"/>
                  <a:ext cx="1447800" cy="12493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F51F01A7-DC05-DECB-9BEC-5484D0D4F323}"/>
              </a:ext>
            </a:extLst>
          </p:cNvPr>
          <p:cNvGrpSpPr/>
          <p:nvPr/>
        </p:nvGrpSpPr>
        <p:grpSpPr>
          <a:xfrm>
            <a:off x="5447338" y="18877785"/>
            <a:ext cx="4178300" cy="4683622"/>
            <a:chOff x="3491764" y="19287360"/>
            <a:chExt cx="4178300" cy="4683622"/>
          </a:xfrm>
        </p:grpSpPr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ADBC9D1E-ADE5-3552-AC9C-14EB800B6B78}"/>
                </a:ext>
              </a:extLst>
            </p:cNvPr>
            <p:cNvSpPr/>
            <p:nvPr/>
          </p:nvSpPr>
          <p:spPr>
            <a:xfrm>
              <a:off x="3491764" y="19792682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673A1A6-20FA-2EF7-8D5D-885A059A206F}"/>
                </a:ext>
              </a:extLst>
            </p:cNvPr>
            <p:cNvSpPr/>
            <p:nvPr/>
          </p:nvSpPr>
          <p:spPr>
            <a:xfrm>
              <a:off x="5478520" y="21881832"/>
              <a:ext cx="54000" cy="54000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25400" h="254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id="{87BC4449-3668-10D2-3860-E45D0F2FF71E}"/>
                </a:ext>
              </a:extLst>
            </p:cNvPr>
            <p:cNvSpPr txBox="1"/>
            <p:nvPr/>
          </p:nvSpPr>
          <p:spPr>
            <a:xfrm>
              <a:off x="5891495" y="19287360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id="{77EF6DED-006A-33AE-C544-A86F28884814}"/>
                </a:ext>
              </a:extLst>
            </p:cNvPr>
            <p:cNvSpPr txBox="1"/>
            <p:nvPr/>
          </p:nvSpPr>
          <p:spPr>
            <a:xfrm>
              <a:off x="3491764" y="23121779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Electron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4B763331-959C-0B5B-A21A-79AD01F4D785}"/>
                </a:ext>
              </a:extLst>
            </p:cNvPr>
            <p:cNvSpPr txBox="1"/>
            <p:nvPr/>
          </p:nvSpPr>
          <p:spPr>
            <a:xfrm>
              <a:off x="3669217" y="20130044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D0163122-DE04-6E39-F3B6-81BBB2B0A50E}"/>
              </a:ext>
            </a:extLst>
          </p:cNvPr>
          <p:cNvGrpSpPr/>
          <p:nvPr/>
        </p:nvGrpSpPr>
        <p:grpSpPr>
          <a:xfrm>
            <a:off x="14721684" y="18877785"/>
            <a:ext cx="4182665" cy="4683622"/>
            <a:chOff x="12766107" y="19287360"/>
            <a:chExt cx="4182665" cy="4683622"/>
          </a:xfrm>
        </p:grpSpPr>
        <p:sp>
          <p:nvSpPr>
            <p:cNvPr id="118" name="Retângulo 117">
              <a:extLst>
                <a:ext uri="{FF2B5EF4-FFF2-40B4-BE49-F238E27FC236}">
                  <a16:creationId xmlns:a16="http://schemas.microsoft.com/office/drawing/2014/main" id="{8FE0AEE6-AA28-4482-501F-20CAE4C6F6C3}"/>
                </a:ext>
              </a:extLst>
            </p:cNvPr>
            <p:cNvSpPr/>
            <p:nvPr/>
          </p:nvSpPr>
          <p:spPr>
            <a:xfrm>
              <a:off x="12770472" y="19792682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1AA8C3D-2BDC-FB76-9878-7900CDB32180}"/>
                </a:ext>
              </a:extLst>
            </p:cNvPr>
            <p:cNvSpPr/>
            <p:nvPr/>
          </p:nvSpPr>
          <p:spPr>
            <a:xfrm>
              <a:off x="14457457" y="21484032"/>
              <a:ext cx="795600" cy="795600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81000" h="381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D3DFB60C-D05E-A9D2-9B6C-821F6117FD7F}"/>
                </a:ext>
              </a:extLst>
            </p:cNvPr>
            <p:cNvSpPr txBox="1"/>
            <p:nvPr/>
          </p:nvSpPr>
          <p:spPr>
            <a:xfrm>
              <a:off x="15425322" y="19287360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9900" i="1" dirty="0">
                  <a:latin typeface="Aptos ExtraBold" panose="020F0502020204030204" pitchFamily="34" charset="0"/>
                </a:rPr>
                <a:t>τ</a:t>
              </a:r>
              <a:endParaRPr lang="pt-PT" sz="199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0671011C-B8F7-31C9-6E2A-2B6A5771EEFE}"/>
                </a:ext>
              </a:extLst>
            </p:cNvPr>
            <p:cNvSpPr txBox="1"/>
            <p:nvPr/>
          </p:nvSpPr>
          <p:spPr>
            <a:xfrm>
              <a:off x="12766107" y="23121779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>
                  <a:latin typeface="Aptos Display" panose="020B0004020202020204" pitchFamily="34" charset="0"/>
                </a:rPr>
                <a:t>Tau</a:t>
              </a:r>
            </a:p>
          </p:txBody>
        </p:sp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D2A59D7A-5E01-37D5-455B-C9955A3EB64B}"/>
                </a:ext>
              </a:extLst>
            </p:cNvPr>
            <p:cNvSpPr txBox="1"/>
            <p:nvPr/>
          </p:nvSpPr>
          <p:spPr>
            <a:xfrm>
              <a:off x="12947925" y="20138011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78147EDA-2C1C-7B40-89B7-DEECD80E4E6F}"/>
              </a:ext>
            </a:extLst>
          </p:cNvPr>
          <p:cNvGrpSpPr/>
          <p:nvPr/>
        </p:nvGrpSpPr>
        <p:grpSpPr>
          <a:xfrm>
            <a:off x="5447338" y="23435867"/>
            <a:ext cx="4558716" cy="4751855"/>
            <a:chOff x="3491764" y="23845439"/>
            <a:chExt cx="4558716" cy="4751855"/>
          </a:xfrm>
        </p:grpSpPr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FF2ED420-79DF-233D-2C62-913A4DB47F6E}"/>
                </a:ext>
              </a:extLst>
            </p:cNvPr>
            <p:cNvSpPr/>
            <p:nvPr/>
          </p:nvSpPr>
          <p:spPr>
            <a:xfrm>
              <a:off x="3491764" y="24418994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29900EA9-40FB-E9FC-A940-9104E6DCD8F2}"/>
                </a:ext>
              </a:extLst>
            </p:cNvPr>
            <p:cNvSpPr txBox="1"/>
            <p:nvPr/>
          </p:nvSpPr>
          <p:spPr>
            <a:xfrm>
              <a:off x="5872445" y="23845439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990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990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E23AA89C-F7DE-3FF5-197A-078B7D895DEE}"/>
                </a:ext>
              </a:extLst>
            </p:cNvPr>
            <p:cNvSpPr txBox="1"/>
            <p:nvPr/>
          </p:nvSpPr>
          <p:spPr>
            <a:xfrm>
              <a:off x="3491764" y="27756058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Electron</a:t>
              </a:r>
              <a:r>
                <a:rPr lang="pt-PT" sz="40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id="{FA3B2899-5081-7202-10DA-D46CB727F7AC}"/>
                </a:ext>
              </a:extLst>
            </p:cNvPr>
            <p:cNvSpPr txBox="1"/>
            <p:nvPr/>
          </p:nvSpPr>
          <p:spPr>
            <a:xfrm>
              <a:off x="6805880" y="25645574"/>
              <a:ext cx="12446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800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FA724A88-B784-9580-8C5A-6F281CD5434B}"/>
                </a:ext>
              </a:extLst>
            </p:cNvPr>
            <p:cNvSpPr txBox="1"/>
            <p:nvPr/>
          </p:nvSpPr>
          <p:spPr>
            <a:xfrm>
              <a:off x="3707317" y="24778244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9C1A3A06-A498-97C2-C02C-58B0A3F1F54F}"/>
              </a:ext>
            </a:extLst>
          </p:cNvPr>
          <p:cNvGrpSpPr/>
          <p:nvPr/>
        </p:nvGrpSpPr>
        <p:grpSpPr>
          <a:xfrm>
            <a:off x="10086181" y="23435867"/>
            <a:ext cx="4558716" cy="4751855"/>
            <a:chOff x="8130607" y="23845439"/>
            <a:chExt cx="4558716" cy="4751855"/>
          </a:xfrm>
        </p:grpSpPr>
        <p:sp>
          <p:nvSpPr>
            <p:cNvPr id="108" name="Retângulo 107">
              <a:extLst>
                <a:ext uri="{FF2B5EF4-FFF2-40B4-BE49-F238E27FC236}">
                  <a16:creationId xmlns:a16="http://schemas.microsoft.com/office/drawing/2014/main" id="{EDA941E1-244C-07C7-D603-283598AAC6AD}"/>
                </a:ext>
              </a:extLst>
            </p:cNvPr>
            <p:cNvSpPr/>
            <p:nvPr/>
          </p:nvSpPr>
          <p:spPr>
            <a:xfrm>
              <a:off x="8130607" y="24418994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C021F4CE-60D3-EBD2-11C9-94A8E1C825F2}"/>
                </a:ext>
              </a:extLst>
            </p:cNvPr>
            <p:cNvSpPr txBox="1"/>
            <p:nvPr/>
          </p:nvSpPr>
          <p:spPr>
            <a:xfrm>
              <a:off x="8130607" y="27756058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Muon</a:t>
              </a:r>
              <a:r>
                <a:rPr lang="pt-PT" sz="40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B8429A1C-91B2-93D9-4203-446DDC6A6A37}"/>
                </a:ext>
              </a:extLst>
            </p:cNvPr>
            <p:cNvSpPr txBox="1"/>
            <p:nvPr/>
          </p:nvSpPr>
          <p:spPr>
            <a:xfrm>
              <a:off x="10511288" y="23845439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990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990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id="{E349CF94-6BA2-14BB-A5FC-63BE5D03C3B1}"/>
                </a:ext>
              </a:extLst>
            </p:cNvPr>
            <p:cNvSpPr txBox="1"/>
            <p:nvPr/>
          </p:nvSpPr>
          <p:spPr>
            <a:xfrm>
              <a:off x="11444723" y="25645574"/>
              <a:ext cx="12446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8000" i="1" dirty="0">
                  <a:latin typeface="Aptos ExtraBold" panose="020F0502020204030204" pitchFamily="34" charset="0"/>
                  <a:cs typeface="Arial" panose="020B0604020202020204" pitchFamily="34" charset="0"/>
                </a:rPr>
                <a:t>μ</a:t>
              </a:r>
              <a:endParaRPr lang="pt-PT" sz="80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319CFC66-5FAC-4792-59E5-E2BE853E6733}"/>
                </a:ext>
              </a:extLst>
            </p:cNvPr>
            <p:cNvSpPr txBox="1"/>
            <p:nvPr/>
          </p:nvSpPr>
          <p:spPr>
            <a:xfrm>
              <a:off x="8342756" y="24787430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27E8787E-512D-F504-16BD-ED970455F9F0}"/>
              </a:ext>
            </a:extLst>
          </p:cNvPr>
          <p:cNvGrpSpPr/>
          <p:nvPr/>
        </p:nvGrpSpPr>
        <p:grpSpPr>
          <a:xfrm>
            <a:off x="14721681" y="23435867"/>
            <a:ext cx="4558716" cy="4751855"/>
            <a:chOff x="12766107" y="23845439"/>
            <a:chExt cx="4558716" cy="4751855"/>
          </a:xfrm>
        </p:grpSpPr>
        <p:sp>
          <p:nvSpPr>
            <p:cNvPr id="111" name="Retângulo 110">
              <a:extLst>
                <a:ext uri="{FF2B5EF4-FFF2-40B4-BE49-F238E27FC236}">
                  <a16:creationId xmlns:a16="http://schemas.microsoft.com/office/drawing/2014/main" id="{DAF9E439-D06F-C063-771B-AEFC6CBD7110}"/>
                </a:ext>
              </a:extLst>
            </p:cNvPr>
            <p:cNvSpPr/>
            <p:nvPr/>
          </p:nvSpPr>
          <p:spPr>
            <a:xfrm>
              <a:off x="12766107" y="24418994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AF242080-FD93-A730-1703-3E5217240E2E}"/>
                </a:ext>
              </a:extLst>
            </p:cNvPr>
            <p:cNvSpPr txBox="1"/>
            <p:nvPr/>
          </p:nvSpPr>
          <p:spPr>
            <a:xfrm>
              <a:off x="12766107" y="27756058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>
                  <a:latin typeface="Aptos Display" panose="020B0004020202020204" pitchFamily="34" charset="0"/>
                </a:rPr>
                <a:t>Tau Neutrino</a:t>
              </a:r>
            </a:p>
          </p:txBody>
        </p:sp>
        <p:sp>
          <p:nvSpPr>
            <p:cNvPr id="112" name="CaixaDeTexto 111">
              <a:extLst>
                <a:ext uri="{FF2B5EF4-FFF2-40B4-BE49-F238E27FC236}">
                  <a16:creationId xmlns:a16="http://schemas.microsoft.com/office/drawing/2014/main" id="{A14217B2-8778-34E1-70D2-63F94D87FCAB}"/>
                </a:ext>
              </a:extLst>
            </p:cNvPr>
            <p:cNvSpPr txBox="1"/>
            <p:nvPr/>
          </p:nvSpPr>
          <p:spPr>
            <a:xfrm>
              <a:off x="15146788" y="23845439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990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990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13" name="CaixaDeTexto 112">
              <a:extLst>
                <a:ext uri="{FF2B5EF4-FFF2-40B4-BE49-F238E27FC236}">
                  <a16:creationId xmlns:a16="http://schemas.microsoft.com/office/drawing/2014/main" id="{A2C06595-640D-0684-D2DB-38FF37A6AD06}"/>
                </a:ext>
              </a:extLst>
            </p:cNvPr>
            <p:cNvSpPr txBox="1"/>
            <p:nvPr/>
          </p:nvSpPr>
          <p:spPr>
            <a:xfrm>
              <a:off x="16080223" y="25645574"/>
              <a:ext cx="12446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8000" i="1" dirty="0">
                  <a:latin typeface="Aptos ExtraBold" panose="020F0502020204030204" pitchFamily="34" charset="0"/>
                </a:rPr>
                <a:t>τ</a:t>
              </a:r>
              <a:endParaRPr lang="pt-PT" sz="80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4E299CF8-6E81-E20D-F184-568F02677EC1}"/>
                </a:ext>
              </a:extLst>
            </p:cNvPr>
            <p:cNvSpPr txBox="1"/>
            <p:nvPr/>
          </p:nvSpPr>
          <p:spPr>
            <a:xfrm>
              <a:off x="12986025" y="24786211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DE3A8C5-A4A0-D95B-A827-F53AB14D45E3}"/>
              </a:ext>
            </a:extLst>
          </p:cNvPr>
          <p:cNvGrpSpPr/>
          <p:nvPr/>
        </p:nvGrpSpPr>
        <p:grpSpPr>
          <a:xfrm>
            <a:off x="10082777" y="18877788"/>
            <a:ext cx="4181704" cy="4684841"/>
            <a:chOff x="8127203" y="19287360"/>
            <a:chExt cx="4181704" cy="4684841"/>
          </a:xfrm>
        </p:grpSpPr>
        <p:sp>
          <p:nvSpPr>
            <p:cNvPr id="115" name="Retângulo 114">
              <a:extLst>
                <a:ext uri="{FF2B5EF4-FFF2-40B4-BE49-F238E27FC236}">
                  <a16:creationId xmlns:a16="http://schemas.microsoft.com/office/drawing/2014/main" id="{93E1E089-4BAD-48A5-3E68-7C7DFA0BDEE4}"/>
                </a:ext>
              </a:extLst>
            </p:cNvPr>
            <p:cNvSpPr/>
            <p:nvPr/>
          </p:nvSpPr>
          <p:spPr>
            <a:xfrm>
              <a:off x="8127203" y="19793901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4C07436A-9046-8992-C382-338349DB303F}"/>
                </a:ext>
              </a:extLst>
            </p:cNvPr>
            <p:cNvSpPr txBox="1"/>
            <p:nvPr/>
          </p:nvSpPr>
          <p:spPr>
            <a:xfrm>
              <a:off x="10470406" y="19287360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9900" i="1" dirty="0">
                  <a:latin typeface="Aptos ExtraBold" panose="020F0502020204030204" pitchFamily="34" charset="0"/>
                </a:rPr>
                <a:t>μ</a:t>
              </a:r>
              <a:endParaRPr lang="pt-PT" sz="199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4CB07B56-E2A5-4F68-9F23-A2AB74200FC6}"/>
                </a:ext>
              </a:extLst>
            </p:cNvPr>
            <p:cNvSpPr txBox="1"/>
            <p:nvPr/>
          </p:nvSpPr>
          <p:spPr>
            <a:xfrm>
              <a:off x="8130607" y="23121779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Muon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p:sp>
          <p:nvSpPr>
            <p:cNvPr id="116" name="CaixaDeTexto 115">
              <a:extLst>
                <a:ext uri="{FF2B5EF4-FFF2-40B4-BE49-F238E27FC236}">
                  <a16:creationId xmlns:a16="http://schemas.microsoft.com/office/drawing/2014/main" id="{5505695A-9F7A-5F3C-3159-ECE31DF77C0A}"/>
                </a:ext>
              </a:extLst>
            </p:cNvPr>
            <p:cNvSpPr txBox="1"/>
            <p:nvPr/>
          </p:nvSpPr>
          <p:spPr>
            <a:xfrm>
              <a:off x="8304656" y="20139230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- 1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29311AA-62CA-DD0C-23DA-45672EE560BB}"/>
                </a:ext>
              </a:extLst>
            </p:cNvPr>
            <p:cNvSpPr/>
            <p:nvPr/>
          </p:nvSpPr>
          <p:spPr>
            <a:xfrm>
              <a:off x="10051902" y="21716584"/>
              <a:ext cx="309600" cy="309600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58750" h="1587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E79124AA-BC8F-7B48-5171-3806E08BFB83}"/>
              </a:ext>
            </a:extLst>
          </p:cNvPr>
          <p:cNvGrpSpPr/>
          <p:nvPr/>
        </p:nvGrpSpPr>
        <p:grpSpPr>
          <a:xfrm>
            <a:off x="20566551" y="13663385"/>
            <a:ext cx="4216583" cy="4675655"/>
            <a:chOff x="20566550" y="11863159"/>
            <a:chExt cx="4216583" cy="4675655"/>
          </a:xfrm>
        </p:grpSpPr>
        <p:sp>
          <p:nvSpPr>
            <p:cNvPr id="137" name="Retângulo 136">
              <a:extLst>
                <a:ext uri="{FF2B5EF4-FFF2-40B4-BE49-F238E27FC236}">
                  <a16:creationId xmlns:a16="http://schemas.microsoft.com/office/drawing/2014/main" id="{8A69A863-87BC-F2CC-1B79-B1117A43F7A2}"/>
                </a:ext>
              </a:extLst>
            </p:cNvPr>
            <p:cNvSpPr/>
            <p:nvPr/>
          </p:nvSpPr>
          <p:spPr>
            <a:xfrm>
              <a:off x="20604833" y="1236051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B65E114A-04D3-6AF4-3521-D57450B64942}"/>
                </a:ext>
              </a:extLst>
            </p:cNvPr>
            <p:cNvSpPr/>
            <p:nvPr/>
          </p:nvSpPr>
          <p:spPr>
            <a:xfrm>
              <a:off x="21174300" y="12814324"/>
              <a:ext cx="2962800" cy="29628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492250" h="14922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9" name="CaixaDeTexto 138">
              <a:extLst>
                <a:ext uri="{FF2B5EF4-FFF2-40B4-BE49-F238E27FC236}">
                  <a16:creationId xmlns:a16="http://schemas.microsoft.com/office/drawing/2014/main" id="{BC09DB4F-73D5-0ADE-65B9-6BE3B6D1F643}"/>
                </a:ext>
              </a:extLst>
            </p:cNvPr>
            <p:cNvSpPr txBox="1"/>
            <p:nvPr/>
          </p:nvSpPr>
          <p:spPr>
            <a:xfrm>
              <a:off x="22851981" y="11863159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Z</a:t>
              </a:r>
            </a:p>
          </p:txBody>
        </p:sp>
        <p:sp>
          <p:nvSpPr>
            <p:cNvPr id="140" name="CaixaDeTexto 139">
              <a:extLst>
                <a:ext uri="{FF2B5EF4-FFF2-40B4-BE49-F238E27FC236}">
                  <a16:creationId xmlns:a16="http://schemas.microsoft.com/office/drawing/2014/main" id="{D0BACE67-2A15-C4F4-E842-EB4FF1694D1D}"/>
                </a:ext>
              </a:extLst>
            </p:cNvPr>
            <p:cNvSpPr txBox="1"/>
            <p:nvPr/>
          </p:nvSpPr>
          <p:spPr>
            <a:xfrm>
              <a:off x="20566550" y="15697578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>
                  <a:latin typeface="Aptos Display" panose="020B0004020202020204" pitchFamily="34" charset="0"/>
                </a:rPr>
                <a:t>Z </a:t>
              </a:r>
              <a:r>
                <a:rPr lang="pt-PT" sz="4000" dirty="0" err="1">
                  <a:latin typeface="Aptos Display" panose="020B0004020202020204" pitchFamily="34" charset="0"/>
                </a:rPr>
                <a:t>Boson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p:sp>
          <p:nvSpPr>
            <p:cNvPr id="177" name="CaixaDeTexto 176">
              <a:extLst>
                <a:ext uri="{FF2B5EF4-FFF2-40B4-BE49-F238E27FC236}">
                  <a16:creationId xmlns:a16="http://schemas.microsoft.com/office/drawing/2014/main" id="{54105762-51C9-2503-AEFD-4FE253A4298A}"/>
                </a:ext>
              </a:extLst>
            </p:cNvPr>
            <p:cNvSpPr txBox="1"/>
            <p:nvPr/>
          </p:nvSpPr>
          <p:spPr>
            <a:xfrm>
              <a:off x="20808523" y="12719764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238" name="Agrupar 237">
            <a:extLst>
              <a:ext uri="{FF2B5EF4-FFF2-40B4-BE49-F238E27FC236}">
                <a16:creationId xmlns:a16="http://schemas.microsoft.com/office/drawing/2014/main" id="{B03B6583-EC89-F076-3A90-A4CD1175AE20}"/>
              </a:ext>
            </a:extLst>
          </p:cNvPr>
          <p:cNvGrpSpPr/>
          <p:nvPr/>
        </p:nvGrpSpPr>
        <p:grpSpPr>
          <a:xfrm>
            <a:off x="20566420" y="9029105"/>
            <a:ext cx="4178430" cy="4668364"/>
            <a:chOff x="20566420" y="7228880"/>
            <a:chExt cx="4178430" cy="4668364"/>
          </a:xfrm>
        </p:grpSpPr>
        <p:sp>
          <p:nvSpPr>
            <p:cNvPr id="131" name="Retângulo 130">
              <a:extLst>
                <a:ext uri="{FF2B5EF4-FFF2-40B4-BE49-F238E27FC236}">
                  <a16:creationId xmlns:a16="http://schemas.microsoft.com/office/drawing/2014/main" id="{4C0265DF-62D8-D89C-6201-37BEE34DB5AD}"/>
                </a:ext>
              </a:extLst>
            </p:cNvPr>
            <p:cNvSpPr/>
            <p:nvPr/>
          </p:nvSpPr>
          <p:spPr>
            <a:xfrm>
              <a:off x="20566420" y="771894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8D3F7CC0-1A52-1BF8-C829-7DA323137631}"/>
                </a:ext>
              </a:extLst>
            </p:cNvPr>
            <p:cNvSpPr txBox="1"/>
            <p:nvPr/>
          </p:nvSpPr>
          <p:spPr>
            <a:xfrm>
              <a:off x="22966281" y="7228880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9900" i="1" dirty="0">
                  <a:latin typeface="Aptos ExtraBold" panose="020F0502020204030204" pitchFamily="34" charset="0"/>
                </a:rPr>
                <a:t>γ</a:t>
              </a:r>
              <a:endParaRPr lang="pt-PT" sz="199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34" name="CaixaDeTexto 133">
              <a:extLst>
                <a:ext uri="{FF2B5EF4-FFF2-40B4-BE49-F238E27FC236}">
                  <a16:creationId xmlns:a16="http://schemas.microsoft.com/office/drawing/2014/main" id="{DDF1C18E-3DA3-1F2E-8376-335BA9F32CCE}"/>
                </a:ext>
              </a:extLst>
            </p:cNvPr>
            <p:cNvSpPr txBox="1"/>
            <p:nvPr/>
          </p:nvSpPr>
          <p:spPr>
            <a:xfrm>
              <a:off x="20566550" y="11063299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Photon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p:sp>
          <p:nvSpPr>
            <p:cNvPr id="181" name="CaixaDeTexto 180">
              <a:extLst>
                <a:ext uri="{FF2B5EF4-FFF2-40B4-BE49-F238E27FC236}">
                  <a16:creationId xmlns:a16="http://schemas.microsoft.com/office/drawing/2014/main" id="{EE8FA3DC-9CF6-BB60-9D60-84ACA64ADEDA}"/>
                </a:ext>
              </a:extLst>
            </p:cNvPr>
            <p:cNvSpPr txBox="1"/>
            <p:nvPr/>
          </p:nvSpPr>
          <p:spPr>
            <a:xfrm>
              <a:off x="20790087" y="8085485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609F2A5A-BB20-86A9-6D72-1661D27AC131}"/>
              </a:ext>
            </a:extLst>
          </p:cNvPr>
          <p:cNvGrpSpPr/>
          <p:nvPr/>
        </p:nvGrpSpPr>
        <p:grpSpPr>
          <a:xfrm>
            <a:off x="25217974" y="9029106"/>
            <a:ext cx="4178458" cy="4675655"/>
            <a:chOff x="29862542" y="7228880"/>
            <a:chExt cx="4178458" cy="4675655"/>
          </a:xfrm>
        </p:grpSpPr>
        <p:sp>
          <p:nvSpPr>
            <p:cNvPr id="155" name="Retângulo 154">
              <a:extLst>
                <a:ext uri="{FF2B5EF4-FFF2-40B4-BE49-F238E27FC236}">
                  <a16:creationId xmlns:a16="http://schemas.microsoft.com/office/drawing/2014/main" id="{8A48D8DD-A373-AD8B-C63B-02B1757EF3E6}"/>
                </a:ext>
              </a:extLst>
            </p:cNvPr>
            <p:cNvSpPr/>
            <p:nvPr/>
          </p:nvSpPr>
          <p:spPr>
            <a:xfrm>
              <a:off x="29862542" y="7726235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7" name="CaixaDeTexto 156">
              <a:extLst>
                <a:ext uri="{FF2B5EF4-FFF2-40B4-BE49-F238E27FC236}">
                  <a16:creationId xmlns:a16="http://schemas.microsoft.com/office/drawing/2014/main" id="{F1B8C3E3-AC84-EED9-EB14-F0FF12FED7A2}"/>
                </a:ext>
              </a:extLst>
            </p:cNvPr>
            <p:cNvSpPr txBox="1"/>
            <p:nvPr/>
          </p:nvSpPr>
          <p:spPr>
            <a:xfrm>
              <a:off x="32307682" y="7228880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g</a:t>
              </a:r>
            </a:p>
          </p:txBody>
        </p:sp>
        <p:sp>
          <p:nvSpPr>
            <p:cNvPr id="158" name="CaixaDeTexto 157">
              <a:extLst>
                <a:ext uri="{FF2B5EF4-FFF2-40B4-BE49-F238E27FC236}">
                  <a16:creationId xmlns:a16="http://schemas.microsoft.com/office/drawing/2014/main" id="{90C92C79-235F-477D-078B-FEDE9D52835E}"/>
                </a:ext>
              </a:extLst>
            </p:cNvPr>
            <p:cNvSpPr txBox="1"/>
            <p:nvPr/>
          </p:nvSpPr>
          <p:spPr>
            <a:xfrm>
              <a:off x="29862700" y="11063299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Gluon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id="{D2CB28D9-3BAE-47D0-9164-710CFB4EE671}"/>
                </a:ext>
              </a:extLst>
            </p:cNvPr>
            <p:cNvSpPr txBox="1"/>
            <p:nvPr/>
          </p:nvSpPr>
          <p:spPr>
            <a:xfrm>
              <a:off x="30054465" y="8053538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242" name="Agrupar 241">
            <a:extLst>
              <a:ext uri="{FF2B5EF4-FFF2-40B4-BE49-F238E27FC236}">
                <a16:creationId xmlns:a16="http://schemas.microsoft.com/office/drawing/2014/main" id="{65AC3B06-BBB7-6D17-9CF6-463F4AB449CF}"/>
              </a:ext>
            </a:extLst>
          </p:cNvPr>
          <p:cNvGrpSpPr/>
          <p:nvPr/>
        </p:nvGrpSpPr>
        <p:grpSpPr>
          <a:xfrm>
            <a:off x="10984130" y="31417846"/>
            <a:ext cx="4178458" cy="4675655"/>
            <a:chOff x="25202443" y="11863159"/>
            <a:chExt cx="4178458" cy="4675655"/>
          </a:xfrm>
        </p:grpSpPr>
        <p:sp>
          <p:nvSpPr>
            <p:cNvPr id="149" name="Retângulo 148">
              <a:extLst>
                <a:ext uri="{FF2B5EF4-FFF2-40B4-BE49-F238E27FC236}">
                  <a16:creationId xmlns:a16="http://schemas.microsoft.com/office/drawing/2014/main" id="{F5BFF8B9-86FF-C039-0021-6B30FE4F4471}"/>
                </a:ext>
              </a:extLst>
            </p:cNvPr>
            <p:cNvSpPr/>
            <p:nvPr/>
          </p:nvSpPr>
          <p:spPr>
            <a:xfrm>
              <a:off x="25202443" y="1236051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CaixaDeTexto 151">
                  <a:extLst>
                    <a:ext uri="{FF2B5EF4-FFF2-40B4-BE49-F238E27FC236}">
                      <a16:creationId xmlns:a16="http://schemas.microsoft.com/office/drawing/2014/main" id="{0357672C-ED29-6037-6BEC-4B4AEE2FFEE2}"/>
                    </a:ext>
                  </a:extLst>
                </p:cNvPr>
                <p:cNvSpPr txBox="1"/>
                <p:nvPr/>
              </p:nvSpPr>
              <p:spPr>
                <a:xfrm>
                  <a:off x="25202601" y="15697578"/>
                  <a:ext cx="417830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pt-PT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pt-PT" sz="4000" dirty="0">
                      <a:latin typeface="Aptos Display" panose="020B0004020202020204" pitchFamily="34" charset="0"/>
                    </a:rPr>
                    <a:t>Boson</a:t>
                  </a:r>
                </a:p>
              </p:txBody>
            </p:sp>
          </mc:Choice>
          <mc:Fallback xmlns="">
            <p:sp>
              <p:nvSpPr>
                <p:cNvPr id="152" name="CaixaDeTexto 151">
                  <a:extLst>
                    <a:ext uri="{FF2B5EF4-FFF2-40B4-BE49-F238E27FC236}">
                      <a16:creationId xmlns:a16="http://schemas.microsoft.com/office/drawing/2014/main" id="{0357672C-ED29-6037-6BEC-4B4AEE2FFE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2601" y="15697578"/>
                  <a:ext cx="4178300" cy="707886"/>
                </a:xfrm>
                <a:prstGeom prst="rect">
                  <a:avLst/>
                </a:prstGeom>
                <a:blipFill>
                  <a:blip r:embed="rId8"/>
                  <a:stretch>
                    <a:fillRect t="-15517" b="-36207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3A51994-F4EC-C48A-8369-89D248F0EA9B}"/>
                </a:ext>
              </a:extLst>
            </p:cNvPr>
            <p:cNvSpPr/>
            <p:nvPr/>
          </p:nvSpPr>
          <p:spPr>
            <a:xfrm>
              <a:off x="25876994" y="12875524"/>
              <a:ext cx="2840400" cy="28404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97000" h="1397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aixaDeTexto 150">
                  <a:extLst>
                    <a:ext uri="{FF2B5EF4-FFF2-40B4-BE49-F238E27FC236}">
                      <a16:creationId xmlns:a16="http://schemas.microsoft.com/office/drawing/2014/main" id="{E47CD17F-4B4B-24FE-A762-D28C14E2BAA7}"/>
                    </a:ext>
                  </a:extLst>
                </p:cNvPr>
                <p:cNvSpPr txBox="1"/>
                <p:nvPr/>
              </p:nvSpPr>
              <p:spPr>
                <a:xfrm>
                  <a:off x="26405195" y="11863159"/>
                  <a:ext cx="1244600" cy="31547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PT" sz="19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W</m:t>
                            </m:r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 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pt-PT" sz="19900">
                                <a:latin typeface="Britannic Bold" panose="020B0903060703020204" pitchFamily="34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pt-PT" sz="19900" i="1" dirty="0">
                    <a:latin typeface="Aptos ExtraBold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51" name="CaixaDeTexto 150">
                  <a:extLst>
                    <a:ext uri="{FF2B5EF4-FFF2-40B4-BE49-F238E27FC236}">
                      <a16:creationId xmlns:a16="http://schemas.microsoft.com/office/drawing/2014/main" id="{E47CD17F-4B4B-24FE-A762-D28C14E2B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195" y="11863159"/>
                  <a:ext cx="1244600" cy="3154710"/>
                </a:xfrm>
                <a:prstGeom prst="rect">
                  <a:avLst/>
                </a:prstGeom>
                <a:blipFill>
                  <a:blip r:embed="rId9"/>
                  <a:stretch>
                    <a:fillRect r="-194608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7" name="CaixaDeTexto 186">
              <a:extLst>
                <a:ext uri="{FF2B5EF4-FFF2-40B4-BE49-F238E27FC236}">
                  <a16:creationId xmlns:a16="http://schemas.microsoft.com/office/drawing/2014/main" id="{E6E5F724-4E40-78AA-2A4E-B961017C4669}"/>
                </a:ext>
              </a:extLst>
            </p:cNvPr>
            <p:cNvSpPr txBox="1"/>
            <p:nvPr/>
          </p:nvSpPr>
          <p:spPr>
            <a:xfrm>
              <a:off x="25380054" y="12705843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239" name="Agrupar 238">
            <a:extLst>
              <a:ext uri="{FF2B5EF4-FFF2-40B4-BE49-F238E27FC236}">
                <a16:creationId xmlns:a16="http://schemas.microsoft.com/office/drawing/2014/main" id="{493EC9D5-BA89-6D34-BBA8-8401A4A95864}"/>
              </a:ext>
            </a:extLst>
          </p:cNvPr>
          <p:cNvGrpSpPr/>
          <p:nvPr/>
        </p:nvGrpSpPr>
        <p:grpSpPr>
          <a:xfrm>
            <a:off x="5205166" y="31148276"/>
            <a:ext cx="4178588" cy="4945225"/>
            <a:chOff x="25202443" y="6952019"/>
            <a:chExt cx="4178588" cy="4945225"/>
          </a:xfrm>
        </p:grpSpPr>
        <p:sp>
          <p:nvSpPr>
            <p:cNvPr id="167" name="Retângulo 166">
              <a:extLst>
                <a:ext uri="{FF2B5EF4-FFF2-40B4-BE49-F238E27FC236}">
                  <a16:creationId xmlns:a16="http://schemas.microsoft.com/office/drawing/2014/main" id="{64D65DCD-FF68-AFB1-1446-AD76FB9D8DE5}"/>
                </a:ext>
              </a:extLst>
            </p:cNvPr>
            <p:cNvSpPr/>
            <p:nvPr/>
          </p:nvSpPr>
          <p:spPr>
            <a:xfrm>
              <a:off x="25202443" y="771894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2215697-231F-1ED0-3A80-F77E06411608}"/>
                </a:ext>
              </a:extLst>
            </p:cNvPr>
            <p:cNvSpPr/>
            <p:nvPr/>
          </p:nvSpPr>
          <p:spPr>
            <a:xfrm>
              <a:off x="25871681" y="8395185"/>
              <a:ext cx="2840400" cy="28404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97000" h="1397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CaixaDeTexto 168">
                  <a:extLst>
                    <a:ext uri="{FF2B5EF4-FFF2-40B4-BE49-F238E27FC236}">
                      <a16:creationId xmlns:a16="http://schemas.microsoft.com/office/drawing/2014/main" id="{9FBA35E6-CC71-8557-0377-C8119D954AA4}"/>
                    </a:ext>
                  </a:extLst>
                </p:cNvPr>
                <p:cNvSpPr txBox="1"/>
                <p:nvPr/>
              </p:nvSpPr>
              <p:spPr>
                <a:xfrm>
                  <a:off x="26443741" y="6952019"/>
                  <a:ext cx="1244600" cy="34978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PT" sz="19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W</m:t>
                            </m:r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 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pt-PT" sz="19900">
                                <a:latin typeface="Aptos ExtraBold" panose="020B0004020202020204" pitchFamily="34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pt-PT" sz="19900" i="1" dirty="0">
                    <a:latin typeface="Aptos ExtraBold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69" name="CaixaDeTexto 168">
                  <a:extLst>
                    <a:ext uri="{FF2B5EF4-FFF2-40B4-BE49-F238E27FC236}">
                      <a16:creationId xmlns:a16="http://schemas.microsoft.com/office/drawing/2014/main" id="{9FBA35E6-CC71-8557-0377-C8119D954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43741" y="6952019"/>
                  <a:ext cx="1244600" cy="3497817"/>
                </a:xfrm>
                <a:prstGeom prst="rect">
                  <a:avLst/>
                </a:prstGeom>
                <a:blipFill>
                  <a:blip r:embed="rId10"/>
                  <a:stretch>
                    <a:fillRect r="-246569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CaixaDeTexto 169">
                  <a:extLst>
                    <a:ext uri="{FF2B5EF4-FFF2-40B4-BE49-F238E27FC236}">
                      <a16:creationId xmlns:a16="http://schemas.microsoft.com/office/drawing/2014/main" id="{FCDEC027-57B6-1109-5E74-6C89AF2929B2}"/>
                    </a:ext>
                  </a:extLst>
                </p:cNvPr>
                <p:cNvSpPr txBox="1"/>
                <p:nvPr/>
              </p:nvSpPr>
              <p:spPr>
                <a:xfrm>
                  <a:off x="25202731" y="11063299"/>
                  <a:ext cx="4178300" cy="745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pt-PT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pt-PT" sz="4000" dirty="0">
                      <a:latin typeface="Aptos Display" panose="020B0004020202020204" pitchFamily="34" charset="0"/>
                    </a:rPr>
                    <a:t>Boson</a:t>
                  </a:r>
                </a:p>
              </p:txBody>
            </p:sp>
          </mc:Choice>
          <mc:Fallback xmlns="">
            <p:sp>
              <p:nvSpPr>
                <p:cNvPr id="170" name="CaixaDeTexto 169">
                  <a:extLst>
                    <a:ext uri="{FF2B5EF4-FFF2-40B4-BE49-F238E27FC236}">
                      <a16:creationId xmlns:a16="http://schemas.microsoft.com/office/drawing/2014/main" id="{FCDEC027-57B6-1109-5E74-6C89AF292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2731" y="11063299"/>
                  <a:ext cx="4178300" cy="745332"/>
                </a:xfrm>
                <a:prstGeom prst="rect">
                  <a:avLst/>
                </a:prstGeom>
                <a:blipFill>
                  <a:blip r:embed="rId11"/>
                  <a:stretch>
                    <a:fillRect t="-9016" b="-35246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9" name="CaixaDeTexto 188">
              <a:extLst>
                <a:ext uri="{FF2B5EF4-FFF2-40B4-BE49-F238E27FC236}">
                  <a16:creationId xmlns:a16="http://schemas.microsoft.com/office/drawing/2014/main" id="{3A81A7A6-69F5-425C-EEA9-8673931A7317}"/>
                </a:ext>
              </a:extLst>
            </p:cNvPr>
            <p:cNvSpPr txBox="1"/>
            <p:nvPr/>
          </p:nvSpPr>
          <p:spPr>
            <a:xfrm>
              <a:off x="25380054" y="8071564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+ 1</a:t>
              </a:r>
            </a:p>
          </p:txBody>
        </p:sp>
      </p:grpSp>
      <p:grpSp>
        <p:nvGrpSpPr>
          <p:cNvPr id="243" name="Agrupar 242">
            <a:extLst>
              <a:ext uri="{FF2B5EF4-FFF2-40B4-BE49-F238E27FC236}">
                <a16:creationId xmlns:a16="http://schemas.microsoft.com/office/drawing/2014/main" id="{DB0A1F86-B9BD-B12F-0DAD-FF6A9BD55EBB}"/>
              </a:ext>
            </a:extLst>
          </p:cNvPr>
          <p:cNvGrpSpPr/>
          <p:nvPr/>
        </p:nvGrpSpPr>
        <p:grpSpPr>
          <a:xfrm>
            <a:off x="25201303" y="13661895"/>
            <a:ext cx="4178458" cy="4675655"/>
            <a:chOff x="29767292" y="11863159"/>
            <a:chExt cx="4178458" cy="4675655"/>
          </a:xfrm>
        </p:grpSpPr>
        <p:sp>
          <p:nvSpPr>
            <p:cNvPr id="161" name="Retângulo 160">
              <a:extLst>
                <a:ext uri="{FF2B5EF4-FFF2-40B4-BE49-F238E27FC236}">
                  <a16:creationId xmlns:a16="http://schemas.microsoft.com/office/drawing/2014/main" id="{656140A8-573F-D4C1-EADC-FEF193FF3143}"/>
                </a:ext>
              </a:extLst>
            </p:cNvPr>
            <p:cNvSpPr/>
            <p:nvPr/>
          </p:nvSpPr>
          <p:spPr>
            <a:xfrm>
              <a:off x="29767292" y="1236051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4" name="CaixaDeTexto 163">
              <a:extLst>
                <a:ext uri="{FF2B5EF4-FFF2-40B4-BE49-F238E27FC236}">
                  <a16:creationId xmlns:a16="http://schemas.microsoft.com/office/drawing/2014/main" id="{90606E7A-6D33-FFF8-C26D-7814A36C3576}"/>
                </a:ext>
              </a:extLst>
            </p:cNvPr>
            <p:cNvSpPr txBox="1"/>
            <p:nvPr/>
          </p:nvSpPr>
          <p:spPr>
            <a:xfrm>
              <a:off x="29767450" y="15697578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>
                  <a:latin typeface="Aptos Display" panose="020B0004020202020204" pitchFamily="34" charset="0"/>
                </a:rPr>
                <a:t>W </a:t>
              </a:r>
              <a:r>
                <a:rPr lang="pt-PT" sz="4000" dirty="0" err="1">
                  <a:latin typeface="Aptos Display" panose="020B0004020202020204" pitchFamily="34" charset="0"/>
                </a:rPr>
                <a:t>Boson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38404087-06AA-FF35-B023-A5930564D44A}"/>
                </a:ext>
              </a:extLst>
            </p:cNvPr>
            <p:cNvSpPr/>
            <p:nvPr/>
          </p:nvSpPr>
          <p:spPr>
            <a:xfrm>
              <a:off x="30507862" y="12878419"/>
              <a:ext cx="2840400" cy="28404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97000" h="1397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3" name="CaixaDeTexto 162">
              <a:extLst>
                <a:ext uri="{FF2B5EF4-FFF2-40B4-BE49-F238E27FC236}">
                  <a16:creationId xmlns:a16="http://schemas.microsoft.com/office/drawing/2014/main" id="{0CF20847-A9EA-D985-834D-2DBAE36A4EE9}"/>
                </a:ext>
              </a:extLst>
            </p:cNvPr>
            <p:cNvSpPr txBox="1"/>
            <p:nvPr/>
          </p:nvSpPr>
          <p:spPr>
            <a:xfrm>
              <a:off x="31062281" y="11863159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CaixaDeTexto 190">
                  <a:extLst>
                    <a:ext uri="{FF2B5EF4-FFF2-40B4-BE49-F238E27FC236}">
                      <a16:creationId xmlns:a16="http://schemas.microsoft.com/office/drawing/2014/main" id="{81D601D6-CBFB-55C4-8BA8-288483F5AD40}"/>
                    </a:ext>
                  </a:extLst>
                </p:cNvPr>
                <p:cNvSpPr txBox="1"/>
                <p:nvPr/>
              </p:nvSpPr>
              <p:spPr>
                <a:xfrm>
                  <a:off x="29942101" y="12705843"/>
                  <a:ext cx="144780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 </m:t>
                      </m:r>
                    </m:oMath>
                  </a14:m>
                  <a:r>
                    <a:rPr lang="pt-PT" sz="4000" dirty="0">
                      <a:latin typeface="Aptos" panose="020B0004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91" name="CaixaDeTexto 190">
                  <a:extLst>
                    <a:ext uri="{FF2B5EF4-FFF2-40B4-BE49-F238E27FC236}">
                      <a16:creationId xmlns:a16="http://schemas.microsoft.com/office/drawing/2014/main" id="{81D601D6-CBFB-55C4-8BA8-288483F5A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2101" y="12705843"/>
                  <a:ext cx="1447800" cy="707886"/>
                </a:xfrm>
                <a:prstGeom prst="rect">
                  <a:avLst/>
                </a:prstGeom>
                <a:blipFill>
                  <a:blip r:embed="rId12"/>
                  <a:stretch>
                    <a:fillRect t="-15517" b="-36207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4" name="Agrupar 243">
            <a:extLst>
              <a:ext uri="{FF2B5EF4-FFF2-40B4-BE49-F238E27FC236}">
                <a16:creationId xmlns:a16="http://schemas.microsoft.com/office/drawing/2014/main" id="{6043C509-F09A-D61E-A84A-5316ADE65DDA}"/>
              </a:ext>
            </a:extLst>
          </p:cNvPr>
          <p:cNvGrpSpPr/>
          <p:nvPr/>
        </p:nvGrpSpPr>
        <p:grpSpPr>
          <a:xfrm>
            <a:off x="20566421" y="18885753"/>
            <a:ext cx="4216583" cy="4675655"/>
            <a:chOff x="20566420" y="17085527"/>
            <a:chExt cx="4216583" cy="4675655"/>
          </a:xfrm>
        </p:grpSpPr>
        <p:sp>
          <p:nvSpPr>
            <p:cNvPr id="224" name="Retângulo 223">
              <a:extLst>
                <a:ext uri="{FF2B5EF4-FFF2-40B4-BE49-F238E27FC236}">
                  <a16:creationId xmlns:a16="http://schemas.microsoft.com/office/drawing/2014/main" id="{21F2FFA4-145B-0324-FAE0-862441A74904}"/>
                </a:ext>
              </a:extLst>
            </p:cNvPr>
            <p:cNvSpPr/>
            <p:nvPr/>
          </p:nvSpPr>
          <p:spPr>
            <a:xfrm>
              <a:off x="20604703" y="17582882"/>
              <a:ext cx="4178300" cy="4178300"/>
            </a:xfrm>
            <a:prstGeom prst="rect">
              <a:avLst/>
            </a:prstGeom>
            <a:solidFill>
              <a:srgbClr val="6699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B6C2AB7F-0A43-1F16-E9D2-3287A552C4FF}"/>
                </a:ext>
              </a:extLst>
            </p:cNvPr>
            <p:cNvSpPr/>
            <p:nvPr/>
          </p:nvSpPr>
          <p:spPr>
            <a:xfrm>
              <a:off x="21008570" y="18025032"/>
              <a:ext cx="3294000" cy="3294000"/>
            </a:xfrm>
            <a:prstGeom prst="ellipse">
              <a:avLst/>
            </a:prstGeom>
            <a:solidFill>
              <a:srgbClr val="FF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492250" h="14922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26" name="CaixaDeTexto 225">
              <a:extLst>
                <a:ext uri="{FF2B5EF4-FFF2-40B4-BE49-F238E27FC236}">
                  <a16:creationId xmlns:a16="http://schemas.microsoft.com/office/drawing/2014/main" id="{F58BCE77-32F9-99CD-BAC6-2AF2E091C392}"/>
                </a:ext>
              </a:extLst>
            </p:cNvPr>
            <p:cNvSpPr txBox="1"/>
            <p:nvPr/>
          </p:nvSpPr>
          <p:spPr>
            <a:xfrm>
              <a:off x="22586378" y="17085527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H</a:t>
              </a:r>
            </a:p>
          </p:txBody>
        </p:sp>
        <p:sp>
          <p:nvSpPr>
            <p:cNvPr id="227" name="CaixaDeTexto 226">
              <a:extLst>
                <a:ext uri="{FF2B5EF4-FFF2-40B4-BE49-F238E27FC236}">
                  <a16:creationId xmlns:a16="http://schemas.microsoft.com/office/drawing/2014/main" id="{F508C7EA-45FC-E5B6-7F3D-93B3DD2007D6}"/>
                </a:ext>
              </a:extLst>
            </p:cNvPr>
            <p:cNvSpPr txBox="1"/>
            <p:nvPr/>
          </p:nvSpPr>
          <p:spPr>
            <a:xfrm>
              <a:off x="20566420" y="20919946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Higgs</a:t>
              </a:r>
              <a:r>
                <a:rPr lang="pt-PT" sz="4000" dirty="0">
                  <a:latin typeface="Aptos Display" panose="020B0004020202020204" pitchFamily="34" charset="0"/>
                </a:rPr>
                <a:t> </a:t>
              </a:r>
              <a:r>
                <a:rPr lang="pt-PT" sz="4000" dirty="0" err="1">
                  <a:latin typeface="Aptos Display" panose="020B0004020202020204" pitchFamily="34" charset="0"/>
                </a:rPr>
                <a:t>Boson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p:sp>
          <p:nvSpPr>
            <p:cNvPr id="228" name="CaixaDeTexto 227">
              <a:extLst>
                <a:ext uri="{FF2B5EF4-FFF2-40B4-BE49-F238E27FC236}">
                  <a16:creationId xmlns:a16="http://schemas.microsoft.com/office/drawing/2014/main" id="{7FBC8EED-5CBC-80BB-1AE6-18E70B39F3B5}"/>
                </a:ext>
              </a:extLst>
            </p:cNvPr>
            <p:cNvSpPr txBox="1"/>
            <p:nvPr/>
          </p:nvSpPr>
          <p:spPr>
            <a:xfrm>
              <a:off x="20808393" y="17942132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1497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Agrupar 241">
            <a:extLst>
              <a:ext uri="{FF2B5EF4-FFF2-40B4-BE49-F238E27FC236}">
                <a16:creationId xmlns:a16="http://schemas.microsoft.com/office/drawing/2014/main" id="{65AC3B06-BBB7-6D17-9CF6-463F4AB449CF}"/>
              </a:ext>
            </a:extLst>
          </p:cNvPr>
          <p:cNvGrpSpPr/>
          <p:nvPr/>
        </p:nvGrpSpPr>
        <p:grpSpPr>
          <a:xfrm>
            <a:off x="32871677" y="269570"/>
            <a:ext cx="4178458" cy="4675655"/>
            <a:chOff x="25202443" y="11863159"/>
            <a:chExt cx="4178458" cy="4675655"/>
          </a:xfrm>
        </p:grpSpPr>
        <p:sp>
          <p:nvSpPr>
            <p:cNvPr id="149" name="Retângulo 148">
              <a:extLst>
                <a:ext uri="{FF2B5EF4-FFF2-40B4-BE49-F238E27FC236}">
                  <a16:creationId xmlns:a16="http://schemas.microsoft.com/office/drawing/2014/main" id="{F5BFF8B9-86FF-C039-0021-6B30FE4F4471}"/>
                </a:ext>
              </a:extLst>
            </p:cNvPr>
            <p:cNvSpPr/>
            <p:nvPr/>
          </p:nvSpPr>
          <p:spPr>
            <a:xfrm>
              <a:off x="25202443" y="1236051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CaixaDeTexto 151">
                  <a:extLst>
                    <a:ext uri="{FF2B5EF4-FFF2-40B4-BE49-F238E27FC236}">
                      <a16:creationId xmlns:a16="http://schemas.microsoft.com/office/drawing/2014/main" id="{0357672C-ED29-6037-6BEC-4B4AEE2FFEE2}"/>
                    </a:ext>
                  </a:extLst>
                </p:cNvPr>
                <p:cNvSpPr txBox="1"/>
                <p:nvPr/>
              </p:nvSpPr>
              <p:spPr>
                <a:xfrm>
                  <a:off x="25202601" y="15697578"/>
                  <a:ext cx="417830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pt-PT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pt-PT" sz="4000" dirty="0">
                      <a:latin typeface="Aptos Display" panose="020B0004020202020204" pitchFamily="34" charset="0"/>
                    </a:rPr>
                    <a:t>Boson</a:t>
                  </a:r>
                </a:p>
              </p:txBody>
            </p:sp>
          </mc:Choice>
          <mc:Fallback xmlns="">
            <p:sp>
              <p:nvSpPr>
                <p:cNvPr id="152" name="CaixaDeTexto 151">
                  <a:extLst>
                    <a:ext uri="{FF2B5EF4-FFF2-40B4-BE49-F238E27FC236}">
                      <a16:creationId xmlns:a16="http://schemas.microsoft.com/office/drawing/2014/main" id="{0357672C-ED29-6037-6BEC-4B4AEE2FFE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2601" y="15697578"/>
                  <a:ext cx="4178300" cy="707886"/>
                </a:xfrm>
                <a:prstGeom prst="rect">
                  <a:avLst/>
                </a:prstGeom>
                <a:blipFill>
                  <a:blip r:embed="rId8"/>
                  <a:stretch>
                    <a:fillRect t="-15517" b="-36207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3A51994-F4EC-C48A-8369-89D248F0EA9B}"/>
                </a:ext>
              </a:extLst>
            </p:cNvPr>
            <p:cNvSpPr/>
            <p:nvPr/>
          </p:nvSpPr>
          <p:spPr>
            <a:xfrm>
              <a:off x="25876994" y="12875524"/>
              <a:ext cx="2840400" cy="28404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97000" h="1397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CaixaDeTexto 150">
                  <a:extLst>
                    <a:ext uri="{FF2B5EF4-FFF2-40B4-BE49-F238E27FC236}">
                      <a16:creationId xmlns:a16="http://schemas.microsoft.com/office/drawing/2014/main" id="{E47CD17F-4B4B-24FE-A762-D28C14E2BAA7}"/>
                    </a:ext>
                  </a:extLst>
                </p:cNvPr>
                <p:cNvSpPr txBox="1"/>
                <p:nvPr/>
              </p:nvSpPr>
              <p:spPr>
                <a:xfrm>
                  <a:off x="26405195" y="11863159"/>
                  <a:ext cx="1244600" cy="31547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PT" sz="19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W</m:t>
                            </m:r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 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pt-PT" sz="19900">
                                <a:latin typeface="Britannic Bold" panose="020B0903060703020204" pitchFamily="34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pt-PT" sz="19900" i="1" dirty="0">
                    <a:latin typeface="Aptos ExtraBold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51" name="CaixaDeTexto 150">
                  <a:extLst>
                    <a:ext uri="{FF2B5EF4-FFF2-40B4-BE49-F238E27FC236}">
                      <a16:creationId xmlns:a16="http://schemas.microsoft.com/office/drawing/2014/main" id="{E47CD17F-4B4B-24FE-A762-D28C14E2B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195" y="11863159"/>
                  <a:ext cx="1244600" cy="3154710"/>
                </a:xfrm>
                <a:prstGeom prst="rect">
                  <a:avLst/>
                </a:prstGeom>
                <a:blipFill>
                  <a:blip r:embed="rId9"/>
                  <a:stretch>
                    <a:fillRect r="-194608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7" name="CaixaDeTexto 186">
              <a:extLst>
                <a:ext uri="{FF2B5EF4-FFF2-40B4-BE49-F238E27FC236}">
                  <a16:creationId xmlns:a16="http://schemas.microsoft.com/office/drawing/2014/main" id="{E6E5F724-4E40-78AA-2A4E-B961017C4669}"/>
                </a:ext>
              </a:extLst>
            </p:cNvPr>
            <p:cNvSpPr txBox="1"/>
            <p:nvPr/>
          </p:nvSpPr>
          <p:spPr>
            <a:xfrm>
              <a:off x="25380054" y="12705843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239" name="Agrupar 238">
            <a:extLst>
              <a:ext uri="{FF2B5EF4-FFF2-40B4-BE49-F238E27FC236}">
                <a16:creationId xmlns:a16="http://schemas.microsoft.com/office/drawing/2014/main" id="{493EC9D5-BA89-6D34-BBA8-8401A4A95864}"/>
              </a:ext>
            </a:extLst>
          </p:cNvPr>
          <p:cNvGrpSpPr/>
          <p:nvPr/>
        </p:nvGrpSpPr>
        <p:grpSpPr>
          <a:xfrm>
            <a:off x="27092713" y="0"/>
            <a:ext cx="4178588" cy="4945225"/>
            <a:chOff x="25202443" y="6952019"/>
            <a:chExt cx="4178588" cy="4945225"/>
          </a:xfrm>
        </p:grpSpPr>
        <p:sp>
          <p:nvSpPr>
            <p:cNvPr id="167" name="Retângulo 166">
              <a:extLst>
                <a:ext uri="{FF2B5EF4-FFF2-40B4-BE49-F238E27FC236}">
                  <a16:creationId xmlns:a16="http://schemas.microsoft.com/office/drawing/2014/main" id="{64D65DCD-FF68-AFB1-1446-AD76FB9D8DE5}"/>
                </a:ext>
              </a:extLst>
            </p:cNvPr>
            <p:cNvSpPr/>
            <p:nvPr/>
          </p:nvSpPr>
          <p:spPr>
            <a:xfrm>
              <a:off x="25202443" y="771894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2215697-231F-1ED0-3A80-F77E06411608}"/>
                </a:ext>
              </a:extLst>
            </p:cNvPr>
            <p:cNvSpPr/>
            <p:nvPr/>
          </p:nvSpPr>
          <p:spPr>
            <a:xfrm>
              <a:off x="25871681" y="8395185"/>
              <a:ext cx="2840400" cy="28404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97000" h="1397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CaixaDeTexto 168">
                  <a:extLst>
                    <a:ext uri="{FF2B5EF4-FFF2-40B4-BE49-F238E27FC236}">
                      <a16:creationId xmlns:a16="http://schemas.microsoft.com/office/drawing/2014/main" id="{9FBA35E6-CC71-8557-0377-C8119D954AA4}"/>
                    </a:ext>
                  </a:extLst>
                </p:cNvPr>
                <p:cNvSpPr txBox="1"/>
                <p:nvPr/>
              </p:nvSpPr>
              <p:spPr>
                <a:xfrm>
                  <a:off x="26443741" y="6952019"/>
                  <a:ext cx="1244600" cy="34978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PT" sz="19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W</m:t>
                            </m:r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 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pt-PT" sz="19900">
                                <a:latin typeface="Aptos ExtraBold" panose="020B0004020202020204" pitchFamily="34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pt-PT" sz="19900" i="1" dirty="0">
                    <a:latin typeface="Aptos ExtraBold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69" name="CaixaDeTexto 168">
                  <a:extLst>
                    <a:ext uri="{FF2B5EF4-FFF2-40B4-BE49-F238E27FC236}">
                      <a16:creationId xmlns:a16="http://schemas.microsoft.com/office/drawing/2014/main" id="{9FBA35E6-CC71-8557-0377-C8119D954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43741" y="6952019"/>
                  <a:ext cx="1244600" cy="3497817"/>
                </a:xfrm>
                <a:prstGeom prst="rect">
                  <a:avLst/>
                </a:prstGeom>
                <a:blipFill>
                  <a:blip r:embed="rId10"/>
                  <a:stretch>
                    <a:fillRect r="-246569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CaixaDeTexto 169">
                  <a:extLst>
                    <a:ext uri="{FF2B5EF4-FFF2-40B4-BE49-F238E27FC236}">
                      <a16:creationId xmlns:a16="http://schemas.microsoft.com/office/drawing/2014/main" id="{FCDEC027-57B6-1109-5E74-6C89AF2929B2}"/>
                    </a:ext>
                  </a:extLst>
                </p:cNvPr>
                <p:cNvSpPr txBox="1"/>
                <p:nvPr/>
              </p:nvSpPr>
              <p:spPr>
                <a:xfrm>
                  <a:off x="25202731" y="11063299"/>
                  <a:ext cx="4178300" cy="745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pt-PT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pt-PT" sz="4000" dirty="0">
                      <a:latin typeface="Aptos Display" panose="020B0004020202020204" pitchFamily="34" charset="0"/>
                    </a:rPr>
                    <a:t>Boson</a:t>
                  </a:r>
                </a:p>
              </p:txBody>
            </p:sp>
          </mc:Choice>
          <mc:Fallback xmlns="">
            <p:sp>
              <p:nvSpPr>
                <p:cNvPr id="170" name="CaixaDeTexto 169">
                  <a:extLst>
                    <a:ext uri="{FF2B5EF4-FFF2-40B4-BE49-F238E27FC236}">
                      <a16:creationId xmlns:a16="http://schemas.microsoft.com/office/drawing/2014/main" id="{FCDEC027-57B6-1109-5E74-6C89AF292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2731" y="11063299"/>
                  <a:ext cx="4178300" cy="745332"/>
                </a:xfrm>
                <a:prstGeom prst="rect">
                  <a:avLst/>
                </a:prstGeom>
                <a:blipFill>
                  <a:blip r:embed="rId11"/>
                  <a:stretch>
                    <a:fillRect t="-9016" b="-35246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9" name="CaixaDeTexto 188">
              <a:extLst>
                <a:ext uri="{FF2B5EF4-FFF2-40B4-BE49-F238E27FC236}">
                  <a16:creationId xmlns:a16="http://schemas.microsoft.com/office/drawing/2014/main" id="{3A81A7A6-69F5-425C-EEA9-8673931A7317}"/>
                </a:ext>
              </a:extLst>
            </p:cNvPr>
            <p:cNvSpPr txBox="1"/>
            <p:nvPr/>
          </p:nvSpPr>
          <p:spPr>
            <a:xfrm>
              <a:off x="25380054" y="8071564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+ 1</a:t>
              </a:r>
            </a:p>
          </p:txBody>
        </p: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8CC85EB7-37F9-A68E-AA09-20250E75E7FB}"/>
              </a:ext>
            </a:extLst>
          </p:cNvPr>
          <p:cNvGrpSpPr/>
          <p:nvPr/>
        </p:nvGrpSpPr>
        <p:grpSpPr>
          <a:xfrm>
            <a:off x="7567139" y="6854742"/>
            <a:ext cx="18289635" cy="28366122"/>
            <a:chOff x="4574557" y="6439106"/>
            <a:chExt cx="18289635" cy="28366122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76A7C49B-2B45-539D-66F0-2492E0606FF3}"/>
                </a:ext>
              </a:extLst>
            </p:cNvPr>
            <p:cNvGrpSpPr/>
            <p:nvPr/>
          </p:nvGrpSpPr>
          <p:grpSpPr>
            <a:xfrm>
              <a:off x="13848900" y="6439106"/>
              <a:ext cx="4368800" cy="4675655"/>
              <a:chOff x="5816600" y="493245"/>
              <a:chExt cx="4368800" cy="4675655"/>
            </a:xfrm>
          </p:grpSpPr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B12FEB94-4E20-4539-A6FB-4731B07E500A}"/>
                  </a:ext>
                </a:extLst>
              </p:cNvPr>
              <p:cNvSpPr/>
              <p:nvPr/>
            </p:nvSpPr>
            <p:spPr>
              <a:xfrm>
                <a:off x="6007100" y="990600"/>
                <a:ext cx="4178300" cy="41783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520786F-7731-6294-2491-C4EAFAFCB62B}"/>
                  </a:ext>
                </a:extLst>
              </p:cNvPr>
              <p:cNvSpPr/>
              <p:nvPr/>
            </p:nvSpPr>
            <p:spPr>
              <a:xfrm>
                <a:off x="6273800" y="1257300"/>
                <a:ext cx="3644900" cy="36449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778000" h="17780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00D8CA6-5658-2F39-08DE-4BFD587B0B20}"/>
                  </a:ext>
                </a:extLst>
              </p:cNvPr>
              <p:cNvSpPr txBox="1"/>
              <p:nvPr/>
            </p:nvSpPr>
            <p:spPr>
              <a:xfrm>
                <a:off x="8813800" y="493245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t</a:t>
                </a: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47C36BF-E77F-685B-FB1C-2508343DFA31}"/>
                  </a:ext>
                </a:extLst>
              </p:cNvPr>
              <p:cNvSpPr txBox="1"/>
              <p:nvPr/>
            </p:nvSpPr>
            <p:spPr>
              <a:xfrm>
                <a:off x="6007100" y="4327664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>
                    <a:latin typeface="Aptos Display" panose="020B0004020202020204" pitchFamily="34" charset="0"/>
                  </a:rPr>
                  <a:t>Top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4302AF07-BFF6-E98D-EF04-76E2809AEB1D}"/>
                      </a:ext>
                    </a:extLst>
                  </p:cNvPr>
                  <p:cNvSpPr txBox="1"/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40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40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4302AF07-BFF6-E98D-EF04-76E2809AEB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P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A6F7AED8-329D-0E14-C403-079AF5DCADD6}"/>
                </a:ext>
              </a:extLst>
            </p:cNvPr>
            <p:cNvGrpSpPr/>
            <p:nvPr/>
          </p:nvGrpSpPr>
          <p:grpSpPr>
            <a:xfrm>
              <a:off x="9213400" y="6439106"/>
              <a:ext cx="4368800" cy="4675655"/>
              <a:chOff x="5816600" y="493245"/>
              <a:chExt cx="4368800" cy="4675655"/>
            </a:xfrm>
          </p:grpSpPr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38F6E5C6-22CA-7A23-F14F-F345A8DDA756}"/>
                  </a:ext>
                </a:extLst>
              </p:cNvPr>
              <p:cNvSpPr/>
              <p:nvPr/>
            </p:nvSpPr>
            <p:spPr>
              <a:xfrm>
                <a:off x="6007100" y="990600"/>
                <a:ext cx="4178300" cy="41783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544A05E-3020-21FC-23BA-33E799D5B923}"/>
                  </a:ext>
                </a:extLst>
              </p:cNvPr>
              <p:cNvSpPr/>
              <p:nvPr/>
            </p:nvSpPr>
            <p:spPr>
              <a:xfrm>
                <a:off x="7739850" y="2723350"/>
                <a:ext cx="712800" cy="71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355600" h="3556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FFB5ADEB-3915-812D-CDCC-C9CA9B41DF57}"/>
                  </a:ext>
                </a:extLst>
              </p:cNvPr>
              <p:cNvSpPr txBox="1"/>
              <p:nvPr/>
            </p:nvSpPr>
            <p:spPr>
              <a:xfrm>
                <a:off x="8464887" y="493245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c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DB543F4-049B-4647-8135-69D6312EF752}"/>
                  </a:ext>
                </a:extLst>
              </p:cNvPr>
              <p:cNvSpPr txBox="1"/>
              <p:nvPr/>
            </p:nvSpPr>
            <p:spPr>
              <a:xfrm>
                <a:off x="6007100" y="4327664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Charm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CaixaDeTexto 16">
                    <a:extLst>
                      <a:ext uri="{FF2B5EF4-FFF2-40B4-BE49-F238E27FC236}">
                        <a16:creationId xmlns:a16="http://schemas.microsoft.com/office/drawing/2014/main" id="{C306A9FE-FE9C-1583-BF39-2CE8D68B7DE5}"/>
                      </a:ext>
                    </a:extLst>
                  </p:cNvPr>
                  <p:cNvSpPr txBox="1"/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40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40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17" name="CaixaDeTexto 16">
                    <a:extLst>
                      <a:ext uri="{FF2B5EF4-FFF2-40B4-BE49-F238E27FC236}">
                        <a16:creationId xmlns:a16="http://schemas.microsoft.com/office/drawing/2014/main" id="{C306A9FE-FE9C-1583-BF39-2CE8D68B7D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P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B91EF69F-1183-D8B2-870F-8C248AF2ED52}"/>
                </a:ext>
              </a:extLst>
            </p:cNvPr>
            <p:cNvGrpSpPr/>
            <p:nvPr/>
          </p:nvGrpSpPr>
          <p:grpSpPr>
            <a:xfrm>
              <a:off x="4574557" y="6439106"/>
              <a:ext cx="4368800" cy="4675655"/>
              <a:chOff x="5816600" y="493245"/>
              <a:chExt cx="4368800" cy="4675655"/>
            </a:xfrm>
          </p:grpSpPr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DE768867-31C6-7A2A-DF1D-70F0625BEFBE}"/>
                  </a:ext>
                </a:extLst>
              </p:cNvPr>
              <p:cNvSpPr/>
              <p:nvPr/>
            </p:nvSpPr>
            <p:spPr>
              <a:xfrm>
                <a:off x="6007100" y="990600"/>
                <a:ext cx="4178300" cy="41783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68947A3-7516-8737-71FF-FD4176D4574E}"/>
                  </a:ext>
                </a:extLst>
              </p:cNvPr>
              <p:cNvSpPr/>
              <p:nvPr/>
            </p:nvSpPr>
            <p:spPr>
              <a:xfrm>
                <a:off x="8053050" y="3036550"/>
                <a:ext cx="86400" cy="864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50800" h="50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05856DE-F064-607A-C758-5A801D4BF39A}"/>
                  </a:ext>
                </a:extLst>
              </p:cNvPr>
              <p:cNvSpPr txBox="1"/>
              <p:nvPr/>
            </p:nvSpPr>
            <p:spPr>
              <a:xfrm>
                <a:off x="8406831" y="493245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u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94505C64-5A01-3A9F-1710-1813A8B2B9BF}"/>
                  </a:ext>
                </a:extLst>
              </p:cNvPr>
              <p:cNvSpPr txBox="1"/>
              <p:nvPr/>
            </p:nvSpPr>
            <p:spPr>
              <a:xfrm>
                <a:off x="6007100" y="4327664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Up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CaixaDeTexto 22">
                    <a:extLst>
                      <a:ext uri="{FF2B5EF4-FFF2-40B4-BE49-F238E27FC236}">
                        <a16:creationId xmlns:a16="http://schemas.microsoft.com/office/drawing/2014/main" id="{F7F38C14-5EAA-C7C4-CF73-06EA8816203F}"/>
                      </a:ext>
                    </a:extLst>
                  </p:cNvPr>
                  <p:cNvSpPr txBox="1"/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40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40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3" name="CaixaDeTexto 22">
                    <a:extLst>
                      <a:ext uri="{FF2B5EF4-FFF2-40B4-BE49-F238E27FC236}">
                        <a16:creationId xmlns:a16="http://schemas.microsoft.com/office/drawing/2014/main" id="{F7F38C14-5EAA-C7C4-CF73-06EA881620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P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7CD05EDD-113B-9205-30CE-83F849228B8A}"/>
                </a:ext>
              </a:extLst>
            </p:cNvPr>
            <p:cNvGrpSpPr/>
            <p:nvPr/>
          </p:nvGrpSpPr>
          <p:grpSpPr>
            <a:xfrm>
              <a:off x="13848900" y="11073385"/>
              <a:ext cx="4368800" cy="4675655"/>
              <a:chOff x="5816600" y="493245"/>
              <a:chExt cx="4368800" cy="4675655"/>
            </a:xfrm>
          </p:grpSpPr>
          <p:sp>
            <p:nvSpPr>
              <p:cNvPr id="25" name="Retângulo 24">
                <a:extLst>
                  <a:ext uri="{FF2B5EF4-FFF2-40B4-BE49-F238E27FC236}">
                    <a16:creationId xmlns:a16="http://schemas.microsoft.com/office/drawing/2014/main" id="{9233B0F8-6F0A-AFF4-F13E-834E14BCC8FA}"/>
                  </a:ext>
                </a:extLst>
              </p:cNvPr>
              <p:cNvSpPr/>
              <p:nvPr/>
            </p:nvSpPr>
            <p:spPr>
              <a:xfrm>
                <a:off x="6007100" y="990600"/>
                <a:ext cx="4178300" cy="41783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0D310D6-C398-79E8-840E-63BE88DBE480}"/>
                  </a:ext>
                </a:extLst>
              </p:cNvPr>
              <p:cNvSpPr/>
              <p:nvPr/>
            </p:nvSpPr>
            <p:spPr>
              <a:xfrm>
                <a:off x="7565250" y="2394810"/>
                <a:ext cx="1062000" cy="10620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546100" h="5461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B7DB5754-20F8-8751-6E87-982E6378BF36}"/>
                  </a:ext>
                </a:extLst>
              </p:cNvPr>
              <p:cNvSpPr txBox="1"/>
              <p:nvPr/>
            </p:nvSpPr>
            <p:spPr>
              <a:xfrm>
                <a:off x="8432800" y="493245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b</a:t>
                </a:r>
              </a:p>
            </p:txBody>
          </p: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C581EF93-A8B2-586F-1E7D-E2366D7240A7}"/>
                  </a:ext>
                </a:extLst>
              </p:cNvPr>
              <p:cNvSpPr txBox="1"/>
              <p:nvPr/>
            </p:nvSpPr>
            <p:spPr>
              <a:xfrm>
                <a:off x="6007100" y="4327664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Bottom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CaixaDeTexto 28">
                    <a:extLst>
                      <a:ext uri="{FF2B5EF4-FFF2-40B4-BE49-F238E27FC236}">
                        <a16:creationId xmlns:a16="http://schemas.microsoft.com/office/drawing/2014/main" id="{ADC7C7E9-1316-0337-7092-6798FD9F4D01}"/>
                      </a:ext>
                    </a:extLst>
                  </p:cNvPr>
                  <p:cNvSpPr txBox="1"/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40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40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9" name="CaixaDeTexto 28">
                    <a:extLst>
                      <a:ext uri="{FF2B5EF4-FFF2-40B4-BE49-F238E27FC236}">
                        <a16:creationId xmlns:a16="http://schemas.microsoft.com/office/drawing/2014/main" id="{ADC7C7E9-1316-0337-7092-6798FD9F4D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P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E3D5A6C7-A73C-1887-1E25-EF21574C844E}"/>
                </a:ext>
              </a:extLst>
            </p:cNvPr>
            <p:cNvGrpSpPr/>
            <p:nvPr/>
          </p:nvGrpSpPr>
          <p:grpSpPr>
            <a:xfrm>
              <a:off x="9213400" y="11073385"/>
              <a:ext cx="4368800" cy="4675655"/>
              <a:chOff x="5816600" y="493245"/>
              <a:chExt cx="4368800" cy="4675655"/>
            </a:xfrm>
          </p:grpSpPr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3CBD4F15-0EB5-F4CC-D2BD-D987B2595A62}"/>
                  </a:ext>
                </a:extLst>
              </p:cNvPr>
              <p:cNvSpPr/>
              <p:nvPr/>
            </p:nvSpPr>
            <p:spPr>
              <a:xfrm>
                <a:off x="6007100" y="990600"/>
                <a:ext cx="4178300" cy="41783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2685EDA-9273-AB65-9E8F-31890011B9CA}"/>
                  </a:ext>
                </a:extLst>
              </p:cNvPr>
              <p:cNvSpPr/>
              <p:nvPr/>
            </p:nvSpPr>
            <p:spPr>
              <a:xfrm>
                <a:off x="7946850" y="2930350"/>
                <a:ext cx="298800" cy="298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39700" h="1397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FEBF2525-8525-8FB0-40F4-0A248ABA86F4}"/>
                  </a:ext>
                </a:extLst>
              </p:cNvPr>
              <p:cNvSpPr txBox="1"/>
              <p:nvPr/>
            </p:nvSpPr>
            <p:spPr>
              <a:xfrm>
                <a:off x="8464887" y="493245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s</a:t>
                </a:r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CD88D75F-6F63-1C6B-26D0-33719A78FC98}"/>
                  </a:ext>
                </a:extLst>
              </p:cNvPr>
              <p:cNvSpPr txBox="1"/>
              <p:nvPr/>
            </p:nvSpPr>
            <p:spPr>
              <a:xfrm>
                <a:off x="6007100" y="4327664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Strange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CaixaDeTexto 34">
                    <a:extLst>
                      <a:ext uri="{FF2B5EF4-FFF2-40B4-BE49-F238E27FC236}">
                        <a16:creationId xmlns:a16="http://schemas.microsoft.com/office/drawing/2014/main" id="{FAFE713B-B371-7600-1C25-B1F4E329BF92}"/>
                      </a:ext>
                    </a:extLst>
                  </p:cNvPr>
                  <p:cNvSpPr txBox="1"/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40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40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35" name="CaixaDeTexto 34">
                    <a:extLst>
                      <a:ext uri="{FF2B5EF4-FFF2-40B4-BE49-F238E27FC236}">
                        <a16:creationId xmlns:a16="http://schemas.microsoft.com/office/drawing/2014/main" id="{FAFE713B-B371-7600-1C25-B1F4E329BF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6600" y="1066686"/>
                    <a:ext cx="1447800" cy="124482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P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7F0B24B4-3F03-38C7-1292-7C6B0577B1CB}"/>
                </a:ext>
              </a:extLst>
            </p:cNvPr>
            <p:cNvGrpSpPr/>
            <p:nvPr/>
          </p:nvGrpSpPr>
          <p:grpSpPr>
            <a:xfrm>
              <a:off x="4574557" y="11073385"/>
              <a:ext cx="4368800" cy="4675655"/>
              <a:chOff x="5816600" y="493245"/>
              <a:chExt cx="4368800" cy="4675655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A6C40225-CF7E-C3C8-4B82-9DFEE70974CE}"/>
                  </a:ext>
                </a:extLst>
              </p:cNvPr>
              <p:cNvSpPr/>
              <p:nvPr/>
            </p:nvSpPr>
            <p:spPr>
              <a:xfrm>
                <a:off x="6007100" y="990600"/>
                <a:ext cx="4178300" cy="41783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1A98E5F-7779-BDCB-B29D-8E4872A54003}"/>
                  </a:ext>
                </a:extLst>
              </p:cNvPr>
              <p:cNvSpPr/>
              <p:nvPr/>
            </p:nvSpPr>
            <p:spPr>
              <a:xfrm>
                <a:off x="8045157" y="3023950"/>
                <a:ext cx="111600" cy="1116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63500" h="635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D3632ED0-CDC8-BE1F-5D5A-F9D3CE14B117}"/>
                  </a:ext>
                </a:extLst>
              </p:cNvPr>
              <p:cNvSpPr txBox="1"/>
              <p:nvPr/>
            </p:nvSpPr>
            <p:spPr>
              <a:xfrm>
                <a:off x="8292531" y="493245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d</a:t>
                </a:r>
              </a:p>
            </p:txBody>
          </p:sp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4DBDA356-2D42-1EE2-4573-32A407FD9496}"/>
                  </a:ext>
                </a:extLst>
              </p:cNvPr>
              <p:cNvSpPr txBox="1"/>
              <p:nvPr/>
            </p:nvSpPr>
            <p:spPr>
              <a:xfrm>
                <a:off x="6007100" y="4327664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Down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CaixaDeTexto 40">
                    <a:extLst>
                      <a:ext uri="{FF2B5EF4-FFF2-40B4-BE49-F238E27FC236}">
                        <a16:creationId xmlns:a16="http://schemas.microsoft.com/office/drawing/2014/main" id="{6844F0C6-3EEC-3C99-D0F9-5B188469EE3C}"/>
                      </a:ext>
                    </a:extLst>
                  </p:cNvPr>
                  <p:cNvSpPr txBox="1"/>
                  <p:nvPr/>
                </p:nvSpPr>
                <p:spPr>
                  <a:xfrm>
                    <a:off x="5816600" y="1066686"/>
                    <a:ext cx="1447800" cy="12493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40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40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40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41" name="CaixaDeTexto 40">
                    <a:extLst>
                      <a:ext uri="{FF2B5EF4-FFF2-40B4-BE49-F238E27FC236}">
                        <a16:creationId xmlns:a16="http://schemas.microsoft.com/office/drawing/2014/main" id="{6844F0C6-3EEC-3C99-D0F9-5B188469EE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6600" y="1066686"/>
                    <a:ext cx="1447800" cy="1249316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P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F51F01A7-DC05-DECB-9BEC-5484D0D4F323}"/>
                </a:ext>
              </a:extLst>
            </p:cNvPr>
            <p:cNvGrpSpPr/>
            <p:nvPr/>
          </p:nvGrpSpPr>
          <p:grpSpPr>
            <a:xfrm>
              <a:off x="4765057" y="15950903"/>
              <a:ext cx="4178300" cy="4683622"/>
              <a:chOff x="3491764" y="19287360"/>
              <a:chExt cx="4178300" cy="4683622"/>
            </a:xfrm>
          </p:grpSpPr>
          <p:sp>
            <p:nvSpPr>
              <p:cNvPr id="58" name="Retângulo 57">
                <a:extLst>
                  <a:ext uri="{FF2B5EF4-FFF2-40B4-BE49-F238E27FC236}">
                    <a16:creationId xmlns:a16="http://schemas.microsoft.com/office/drawing/2014/main" id="{ADBC9D1E-ADE5-3552-AC9C-14EB800B6B78}"/>
                  </a:ext>
                </a:extLst>
              </p:cNvPr>
              <p:cNvSpPr/>
              <p:nvPr/>
            </p:nvSpPr>
            <p:spPr>
              <a:xfrm>
                <a:off x="3491764" y="19792682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673A1A6-20FA-2EF7-8D5D-885A059A206F}"/>
                  </a:ext>
                </a:extLst>
              </p:cNvPr>
              <p:cNvSpPr/>
              <p:nvPr/>
            </p:nvSpPr>
            <p:spPr>
              <a:xfrm>
                <a:off x="5478520" y="21881832"/>
                <a:ext cx="54000" cy="54000"/>
              </a:xfrm>
              <a:prstGeom prst="ellipse">
                <a:avLst/>
              </a:prstGeom>
              <a:solidFill>
                <a:srgbClr val="FF99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25400" h="254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87BC4449-3668-10D2-3860-E45D0F2FF71E}"/>
                  </a:ext>
                </a:extLst>
              </p:cNvPr>
              <p:cNvSpPr txBox="1"/>
              <p:nvPr/>
            </p:nvSpPr>
            <p:spPr>
              <a:xfrm>
                <a:off x="5891495" y="1928736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e</a:t>
                </a:r>
              </a:p>
            </p:txBody>
          </p:sp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77EF6DED-006A-33AE-C544-A86F28884814}"/>
                  </a:ext>
                </a:extLst>
              </p:cNvPr>
              <p:cNvSpPr txBox="1"/>
              <p:nvPr/>
            </p:nvSpPr>
            <p:spPr>
              <a:xfrm>
                <a:off x="3491764" y="2312177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Electron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4B763331-959C-0B5B-A21A-79AD01F4D785}"/>
                  </a:ext>
                </a:extLst>
              </p:cNvPr>
              <p:cNvSpPr txBox="1"/>
              <p:nvPr/>
            </p:nvSpPr>
            <p:spPr>
              <a:xfrm>
                <a:off x="3669217" y="20130044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- 1</a:t>
                </a:r>
              </a:p>
            </p:txBody>
          </p:sp>
        </p:grpSp>
        <p:grpSp>
          <p:nvGrpSpPr>
            <p:cNvPr id="124" name="Agrupar 123">
              <a:extLst>
                <a:ext uri="{FF2B5EF4-FFF2-40B4-BE49-F238E27FC236}">
                  <a16:creationId xmlns:a16="http://schemas.microsoft.com/office/drawing/2014/main" id="{D0163122-DE04-6E39-F3B6-81BBB2B0A50E}"/>
                </a:ext>
              </a:extLst>
            </p:cNvPr>
            <p:cNvGrpSpPr/>
            <p:nvPr/>
          </p:nvGrpSpPr>
          <p:grpSpPr>
            <a:xfrm>
              <a:off x="14039403" y="15950903"/>
              <a:ext cx="4182665" cy="4683622"/>
              <a:chOff x="12766107" y="19287360"/>
              <a:chExt cx="4182665" cy="4683622"/>
            </a:xfrm>
          </p:grpSpPr>
          <p:sp>
            <p:nvSpPr>
              <p:cNvPr id="118" name="Retângulo 117">
                <a:extLst>
                  <a:ext uri="{FF2B5EF4-FFF2-40B4-BE49-F238E27FC236}">
                    <a16:creationId xmlns:a16="http://schemas.microsoft.com/office/drawing/2014/main" id="{8FE0AEE6-AA28-4482-501F-20CAE4C6F6C3}"/>
                  </a:ext>
                </a:extLst>
              </p:cNvPr>
              <p:cNvSpPr/>
              <p:nvPr/>
            </p:nvSpPr>
            <p:spPr>
              <a:xfrm>
                <a:off x="12770472" y="19792682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1AA8C3D-2BDC-FB76-9878-7900CDB32180}"/>
                  </a:ext>
                </a:extLst>
              </p:cNvPr>
              <p:cNvSpPr/>
              <p:nvPr/>
            </p:nvSpPr>
            <p:spPr>
              <a:xfrm>
                <a:off x="14457457" y="21484032"/>
                <a:ext cx="795600" cy="795600"/>
              </a:xfrm>
              <a:prstGeom prst="ellipse">
                <a:avLst/>
              </a:prstGeom>
              <a:solidFill>
                <a:srgbClr val="FF99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381000" h="3810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D3DFB60C-D05E-A9D2-9B6C-821F6117FD7F}"/>
                  </a:ext>
                </a:extLst>
              </p:cNvPr>
              <p:cNvSpPr txBox="1"/>
              <p:nvPr/>
            </p:nvSpPr>
            <p:spPr>
              <a:xfrm>
                <a:off x="15425322" y="1928736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i="1" dirty="0">
                    <a:latin typeface="Aptos ExtraBold" panose="020F0502020204030204" pitchFamily="34" charset="0"/>
                  </a:rPr>
                  <a:t>τ</a:t>
                </a:r>
                <a:endParaRPr lang="pt-PT" sz="199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0671011C-B8F7-31C9-6E2A-2B6A5771EEFE}"/>
                  </a:ext>
                </a:extLst>
              </p:cNvPr>
              <p:cNvSpPr txBox="1"/>
              <p:nvPr/>
            </p:nvSpPr>
            <p:spPr>
              <a:xfrm>
                <a:off x="12766107" y="2312177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>
                    <a:latin typeface="Aptos Display" panose="020B0004020202020204" pitchFamily="34" charset="0"/>
                  </a:rPr>
                  <a:t>Tau</a:t>
                </a:r>
              </a:p>
            </p:txBody>
          </p:sp>
          <p:sp>
            <p:nvSpPr>
              <p:cNvPr id="119" name="CaixaDeTexto 118">
                <a:extLst>
                  <a:ext uri="{FF2B5EF4-FFF2-40B4-BE49-F238E27FC236}">
                    <a16:creationId xmlns:a16="http://schemas.microsoft.com/office/drawing/2014/main" id="{D2A59D7A-5E01-37D5-455B-C9955A3EB64B}"/>
                  </a:ext>
                </a:extLst>
              </p:cNvPr>
              <p:cNvSpPr txBox="1"/>
              <p:nvPr/>
            </p:nvSpPr>
            <p:spPr>
              <a:xfrm>
                <a:off x="12947925" y="20138011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- 1</a:t>
                </a:r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78147EDA-2C1C-7B40-89B7-DEECD80E4E6F}"/>
                </a:ext>
              </a:extLst>
            </p:cNvPr>
            <p:cNvGrpSpPr/>
            <p:nvPr/>
          </p:nvGrpSpPr>
          <p:grpSpPr>
            <a:xfrm>
              <a:off x="4765057" y="20508985"/>
              <a:ext cx="4558716" cy="4751855"/>
              <a:chOff x="3491764" y="23845439"/>
              <a:chExt cx="4558716" cy="4751855"/>
            </a:xfrm>
          </p:grpSpPr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FF2ED420-79DF-233D-2C62-913A4DB47F6E}"/>
                  </a:ext>
                </a:extLst>
              </p:cNvPr>
              <p:cNvSpPr/>
              <p:nvPr/>
            </p:nvSpPr>
            <p:spPr>
              <a:xfrm>
                <a:off x="3491764" y="24418994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29900EA9-40FB-E9FC-A940-9104E6DCD8F2}"/>
                  </a:ext>
                </a:extLst>
              </p:cNvPr>
              <p:cNvSpPr txBox="1"/>
              <p:nvPr/>
            </p:nvSpPr>
            <p:spPr>
              <a:xfrm>
                <a:off x="5872445" y="2384543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b="1" i="1" dirty="0">
                    <a:latin typeface="Aptos Serif" panose="020B0502040204020203" pitchFamily="18" charset="0"/>
                    <a:cs typeface="Aptos Serif" panose="020B0502040204020203" pitchFamily="18" charset="0"/>
                  </a:rPr>
                  <a:t>ν</a:t>
                </a:r>
                <a:endParaRPr lang="pt-PT" sz="19900" b="1" i="1" dirty="0">
                  <a:latin typeface="Aptos Serif" panose="020B0502040204020203" pitchFamily="18" charset="0"/>
                  <a:cs typeface="Aptos Serif" panose="020B0502040204020203" pitchFamily="18" charset="0"/>
                </a:endParaRPr>
              </a:p>
            </p:txBody>
          </p:sp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E23AA89C-F7DE-3FF5-197A-078B7D895DEE}"/>
                  </a:ext>
                </a:extLst>
              </p:cNvPr>
              <p:cNvSpPr txBox="1"/>
              <p:nvPr/>
            </p:nvSpPr>
            <p:spPr>
              <a:xfrm>
                <a:off x="3491764" y="2775605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Electron</a:t>
                </a:r>
                <a:r>
                  <a:rPr lang="pt-PT" sz="4000" dirty="0">
                    <a:latin typeface="Aptos Display" panose="020B0004020202020204" pitchFamily="34" charset="0"/>
                  </a:rPr>
                  <a:t> Neutrino</a:t>
                </a:r>
              </a:p>
            </p:txBody>
          </p:sp>
          <p:sp>
            <p:nvSpPr>
              <p:cNvPr id="105" name="CaixaDeTexto 104">
                <a:extLst>
                  <a:ext uri="{FF2B5EF4-FFF2-40B4-BE49-F238E27FC236}">
                    <a16:creationId xmlns:a16="http://schemas.microsoft.com/office/drawing/2014/main" id="{FA3B2899-5081-7202-10DA-D46CB727F7AC}"/>
                  </a:ext>
                </a:extLst>
              </p:cNvPr>
              <p:cNvSpPr txBox="1"/>
              <p:nvPr/>
            </p:nvSpPr>
            <p:spPr>
              <a:xfrm>
                <a:off x="6805880" y="25645574"/>
                <a:ext cx="1244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8000" i="1" dirty="0">
                    <a:latin typeface="Aptos ExtraBold" panose="020F0502020204030204" pitchFamily="34" charset="0"/>
                  </a:rPr>
                  <a:t>e</a:t>
                </a:r>
              </a:p>
            </p:txBody>
          </p:sp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FA724A88-B784-9580-8C5A-6F281CD5434B}"/>
                  </a:ext>
                </a:extLst>
              </p:cNvPr>
              <p:cNvSpPr txBox="1"/>
              <p:nvPr/>
            </p:nvSpPr>
            <p:spPr>
              <a:xfrm>
                <a:off x="3707317" y="24778244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9C1A3A06-A498-97C2-C02C-58B0A3F1F54F}"/>
                </a:ext>
              </a:extLst>
            </p:cNvPr>
            <p:cNvGrpSpPr/>
            <p:nvPr/>
          </p:nvGrpSpPr>
          <p:grpSpPr>
            <a:xfrm>
              <a:off x="9403900" y="20508985"/>
              <a:ext cx="4558716" cy="4751855"/>
              <a:chOff x="8130607" y="23845439"/>
              <a:chExt cx="4558716" cy="4751855"/>
            </a:xfrm>
          </p:grpSpPr>
          <p:sp>
            <p:nvSpPr>
              <p:cNvPr id="108" name="Retângulo 107">
                <a:extLst>
                  <a:ext uri="{FF2B5EF4-FFF2-40B4-BE49-F238E27FC236}">
                    <a16:creationId xmlns:a16="http://schemas.microsoft.com/office/drawing/2014/main" id="{EDA941E1-244C-07C7-D603-283598AAC6AD}"/>
                  </a:ext>
                </a:extLst>
              </p:cNvPr>
              <p:cNvSpPr/>
              <p:nvPr/>
            </p:nvSpPr>
            <p:spPr>
              <a:xfrm>
                <a:off x="8130607" y="24418994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C021F4CE-60D3-EBD2-11C9-94A8E1C825F2}"/>
                  </a:ext>
                </a:extLst>
              </p:cNvPr>
              <p:cNvSpPr txBox="1"/>
              <p:nvPr/>
            </p:nvSpPr>
            <p:spPr>
              <a:xfrm>
                <a:off x="8130607" y="2775605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Muon</a:t>
                </a:r>
                <a:r>
                  <a:rPr lang="pt-PT" sz="4000" dirty="0">
                    <a:latin typeface="Aptos Display" panose="020B0004020202020204" pitchFamily="34" charset="0"/>
                  </a:rPr>
                  <a:t> Neutrino</a:t>
                </a:r>
              </a:p>
            </p:txBody>
          </p:sp>
          <p:sp>
            <p:nvSpPr>
              <p:cNvPr id="109" name="CaixaDeTexto 108">
                <a:extLst>
                  <a:ext uri="{FF2B5EF4-FFF2-40B4-BE49-F238E27FC236}">
                    <a16:creationId xmlns:a16="http://schemas.microsoft.com/office/drawing/2014/main" id="{B8429A1C-91B2-93D9-4203-446DDC6A6A37}"/>
                  </a:ext>
                </a:extLst>
              </p:cNvPr>
              <p:cNvSpPr txBox="1"/>
              <p:nvPr/>
            </p:nvSpPr>
            <p:spPr>
              <a:xfrm>
                <a:off x="10511288" y="2384543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b="1" i="1" dirty="0">
                    <a:latin typeface="Aptos Serif" panose="020B0502040204020203" pitchFamily="18" charset="0"/>
                    <a:cs typeface="Aptos Serif" panose="020B0502040204020203" pitchFamily="18" charset="0"/>
                  </a:rPr>
                  <a:t>ν</a:t>
                </a:r>
                <a:endParaRPr lang="pt-PT" sz="19900" b="1" i="1" dirty="0">
                  <a:latin typeface="Aptos Serif" panose="020B0502040204020203" pitchFamily="18" charset="0"/>
                  <a:cs typeface="Aptos Serif" panose="020B0502040204020203" pitchFamily="18" charset="0"/>
                </a:endParaRPr>
              </a:p>
            </p:txBody>
          </p:sp>
          <p:sp>
            <p:nvSpPr>
              <p:cNvPr id="110" name="CaixaDeTexto 109">
                <a:extLst>
                  <a:ext uri="{FF2B5EF4-FFF2-40B4-BE49-F238E27FC236}">
                    <a16:creationId xmlns:a16="http://schemas.microsoft.com/office/drawing/2014/main" id="{E349CF94-6BA2-14BB-A5FC-63BE5D03C3B1}"/>
                  </a:ext>
                </a:extLst>
              </p:cNvPr>
              <p:cNvSpPr txBox="1"/>
              <p:nvPr/>
            </p:nvSpPr>
            <p:spPr>
              <a:xfrm>
                <a:off x="11444723" y="25645574"/>
                <a:ext cx="1244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8000" i="1" dirty="0">
                    <a:latin typeface="Aptos ExtraBold" panose="020F0502020204030204" pitchFamily="34" charset="0"/>
                    <a:cs typeface="Arial" panose="020B0604020202020204" pitchFamily="34" charset="0"/>
                  </a:rPr>
                  <a:t>μ</a:t>
                </a:r>
                <a:endParaRPr lang="pt-PT" sz="80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121" name="CaixaDeTexto 120">
                <a:extLst>
                  <a:ext uri="{FF2B5EF4-FFF2-40B4-BE49-F238E27FC236}">
                    <a16:creationId xmlns:a16="http://schemas.microsoft.com/office/drawing/2014/main" id="{319CFC66-5FAC-4792-59E5-E2BE853E6733}"/>
                  </a:ext>
                </a:extLst>
              </p:cNvPr>
              <p:cNvSpPr txBox="1"/>
              <p:nvPr/>
            </p:nvSpPr>
            <p:spPr>
              <a:xfrm>
                <a:off x="8342756" y="24787430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129" name="Agrupar 128">
              <a:extLst>
                <a:ext uri="{FF2B5EF4-FFF2-40B4-BE49-F238E27FC236}">
                  <a16:creationId xmlns:a16="http://schemas.microsoft.com/office/drawing/2014/main" id="{27E8787E-512D-F504-16BD-ED970455F9F0}"/>
                </a:ext>
              </a:extLst>
            </p:cNvPr>
            <p:cNvGrpSpPr/>
            <p:nvPr/>
          </p:nvGrpSpPr>
          <p:grpSpPr>
            <a:xfrm>
              <a:off x="14039400" y="20508985"/>
              <a:ext cx="4558716" cy="4751855"/>
              <a:chOff x="12766107" y="23845439"/>
              <a:chExt cx="4558716" cy="4751855"/>
            </a:xfrm>
          </p:grpSpPr>
          <p:sp>
            <p:nvSpPr>
              <p:cNvPr id="111" name="Retângulo 110">
                <a:extLst>
                  <a:ext uri="{FF2B5EF4-FFF2-40B4-BE49-F238E27FC236}">
                    <a16:creationId xmlns:a16="http://schemas.microsoft.com/office/drawing/2014/main" id="{DAF9E439-D06F-C063-771B-AEFC6CBD7110}"/>
                  </a:ext>
                </a:extLst>
              </p:cNvPr>
              <p:cNvSpPr/>
              <p:nvPr/>
            </p:nvSpPr>
            <p:spPr>
              <a:xfrm>
                <a:off x="12766107" y="24418994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AF242080-FD93-A730-1703-3E5217240E2E}"/>
                  </a:ext>
                </a:extLst>
              </p:cNvPr>
              <p:cNvSpPr txBox="1"/>
              <p:nvPr/>
            </p:nvSpPr>
            <p:spPr>
              <a:xfrm>
                <a:off x="12766107" y="2775605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>
                    <a:latin typeface="Aptos Display" panose="020B0004020202020204" pitchFamily="34" charset="0"/>
                  </a:rPr>
                  <a:t>Tau Neutrino</a:t>
                </a:r>
              </a:p>
            </p:txBody>
          </p:sp>
          <p:sp>
            <p:nvSpPr>
              <p:cNvPr id="112" name="CaixaDeTexto 111">
                <a:extLst>
                  <a:ext uri="{FF2B5EF4-FFF2-40B4-BE49-F238E27FC236}">
                    <a16:creationId xmlns:a16="http://schemas.microsoft.com/office/drawing/2014/main" id="{A14217B2-8778-34E1-70D2-63F94D87FCAB}"/>
                  </a:ext>
                </a:extLst>
              </p:cNvPr>
              <p:cNvSpPr txBox="1"/>
              <p:nvPr/>
            </p:nvSpPr>
            <p:spPr>
              <a:xfrm>
                <a:off x="15146788" y="2384543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b="1" i="1" dirty="0">
                    <a:latin typeface="Aptos Serif" panose="020B0502040204020203" pitchFamily="18" charset="0"/>
                    <a:cs typeface="Aptos Serif" panose="020B0502040204020203" pitchFamily="18" charset="0"/>
                  </a:rPr>
                  <a:t>ν</a:t>
                </a:r>
                <a:endParaRPr lang="pt-PT" sz="19900" b="1" i="1" dirty="0">
                  <a:latin typeface="Aptos Serif" panose="020B0502040204020203" pitchFamily="18" charset="0"/>
                  <a:cs typeface="Aptos Serif" panose="020B0502040204020203" pitchFamily="18" charset="0"/>
                </a:endParaRPr>
              </a:p>
            </p:txBody>
          </p:sp>
          <p:sp>
            <p:nvSpPr>
              <p:cNvPr id="113" name="CaixaDeTexto 112">
                <a:extLst>
                  <a:ext uri="{FF2B5EF4-FFF2-40B4-BE49-F238E27FC236}">
                    <a16:creationId xmlns:a16="http://schemas.microsoft.com/office/drawing/2014/main" id="{A2C06595-640D-0684-D2DB-38FF37A6AD06}"/>
                  </a:ext>
                </a:extLst>
              </p:cNvPr>
              <p:cNvSpPr txBox="1"/>
              <p:nvPr/>
            </p:nvSpPr>
            <p:spPr>
              <a:xfrm>
                <a:off x="16080223" y="25645574"/>
                <a:ext cx="1244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8000" i="1" dirty="0">
                    <a:latin typeface="Aptos ExtraBold" panose="020F0502020204030204" pitchFamily="34" charset="0"/>
                  </a:rPr>
                  <a:t>τ</a:t>
                </a:r>
                <a:endParaRPr lang="pt-PT" sz="80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122" name="CaixaDeTexto 121">
                <a:extLst>
                  <a:ext uri="{FF2B5EF4-FFF2-40B4-BE49-F238E27FC236}">
                    <a16:creationId xmlns:a16="http://schemas.microsoft.com/office/drawing/2014/main" id="{4E299CF8-6E81-E20D-F184-568F02677EC1}"/>
                  </a:ext>
                </a:extLst>
              </p:cNvPr>
              <p:cNvSpPr txBox="1"/>
              <p:nvPr/>
            </p:nvSpPr>
            <p:spPr>
              <a:xfrm>
                <a:off x="12986025" y="24786211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125" name="Agrupar 124">
              <a:extLst>
                <a:ext uri="{FF2B5EF4-FFF2-40B4-BE49-F238E27FC236}">
                  <a16:creationId xmlns:a16="http://schemas.microsoft.com/office/drawing/2014/main" id="{5DE3A8C5-A4A0-D95B-A827-F53AB14D45E3}"/>
                </a:ext>
              </a:extLst>
            </p:cNvPr>
            <p:cNvGrpSpPr/>
            <p:nvPr/>
          </p:nvGrpSpPr>
          <p:grpSpPr>
            <a:xfrm>
              <a:off x="9400496" y="15950906"/>
              <a:ext cx="4181704" cy="4684841"/>
              <a:chOff x="8127203" y="19287360"/>
              <a:chExt cx="4181704" cy="4684841"/>
            </a:xfrm>
          </p:grpSpPr>
          <p:sp>
            <p:nvSpPr>
              <p:cNvPr id="115" name="Retângulo 114">
                <a:extLst>
                  <a:ext uri="{FF2B5EF4-FFF2-40B4-BE49-F238E27FC236}">
                    <a16:creationId xmlns:a16="http://schemas.microsoft.com/office/drawing/2014/main" id="{93E1E089-4BAD-48A5-3E68-7C7DFA0BDEE4}"/>
                  </a:ext>
                </a:extLst>
              </p:cNvPr>
              <p:cNvSpPr/>
              <p:nvPr/>
            </p:nvSpPr>
            <p:spPr>
              <a:xfrm>
                <a:off x="8127203" y="19793901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4C07436A-9046-8992-C382-338349DB303F}"/>
                  </a:ext>
                </a:extLst>
              </p:cNvPr>
              <p:cNvSpPr txBox="1"/>
              <p:nvPr/>
            </p:nvSpPr>
            <p:spPr>
              <a:xfrm>
                <a:off x="10470406" y="1928736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i="1" dirty="0">
                    <a:latin typeface="Aptos ExtraBold" panose="020F0502020204030204" pitchFamily="34" charset="0"/>
                  </a:rPr>
                  <a:t>μ</a:t>
                </a:r>
                <a:endParaRPr lang="pt-PT" sz="199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4CB07B56-E2A5-4F68-9F23-A2AB74200FC6}"/>
                  </a:ext>
                </a:extLst>
              </p:cNvPr>
              <p:cNvSpPr txBox="1"/>
              <p:nvPr/>
            </p:nvSpPr>
            <p:spPr>
              <a:xfrm>
                <a:off x="8130607" y="2312177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Muon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16" name="CaixaDeTexto 115">
                <a:extLst>
                  <a:ext uri="{FF2B5EF4-FFF2-40B4-BE49-F238E27FC236}">
                    <a16:creationId xmlns:a16="http://schemas.microsoft.com/office/drawing/2014/main" id="{5505695A-9F7A-5F3C-3159-ECE31DF77C0A}"/>
                  </a:ext>
                </a:extLst>
              </p:cNvPr>
              <p:cNvSpPr txBox="1"/>
              <p:nvPr/>
            </p:nvSpPr>
            <p:spPr>
              <a:xfrm>
                <a:off x="8304656" y="20139230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- 1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929311AA-62CA-DD0C-23DA-45672EE560BB}"/>
                  </a:ext>
                </a:extLst>
              </p:cNvPr>
              <p:cNvSpPr/>
              <p:nvPr/>
            </p:nvSpPr>
            <p:spPr>
              <a:xfrm>
                <a:off x="10051902" y="21716584"/>
                <a:ext cx="309600" cy="309600"/>
              </a:xfrm>
              <a:prstGeom prst="ellipse">
                <a:avLst/>
              </a:prstGeom>
              <a:solidFill>
                <a:srgbClr val="FF99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58750" h="15875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241" name="Agrupar 240">
              <a:extLst>
                <a:ext uri="{FF2B5EF4-FFF2-40B4-BE49-F238E27FC236}">
                  <a16:creationId xmlns:a16="http://schemas.microsoft.com/office/drawing/2014/main" id="{E79124AA-BC8F-7B48-5171-3806E08BFB83}"/>
                </a:ext>
              </a:extLst>
            </p:cNvPr>
            <p:cNvGrpSpPr/>
            <p:nvPr/>
          </p:nvGrpSpPr>
          <p:grpSpPr>
            <a:xfrm>
              <a:off x="4718574" y="25499527"/>
              <a:ext cx="4216583" cy="4675655"/>
              <a:chOff x="20566550" y="11863159"/>
              <a:chExt cx="4216583" cy="4675655"/>
            </a:xfrm>
          </p:grpSpPr>
          <p:sp>
            <p:nvSpPr>
              <p:cNvPr id="137" name="Retângulo 136">
                <a:extLst>
                  <a:ext uri="{FF2B5EF4-FFF2-40B4-BE49-F238E27FC236}">
                    <a16:creationId xmlns:a16="http://schemas.microsoft.com/office/drawing/2014/main" id="{8A69A863-87BC-F2CC-1B79-B1117A43F7A2}"/>
                  </a:ext>
                </a:extLst>
              </p:cNvPr>
              <p:cNvSpPr/>
              <p:nvPr/>
            </p:nvSpPr>
            <p:spPr>
              <a:xfrm>
                <a:off x="20604833" y="12360514"/>
                <a:ext cx="4178300" cy="4178300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B65E114A-04D3-6AF4-3521-D57450B64942}"/>
                  </a:ext>
                </a:extLst>
              </p:cNvPr>
              <p:cNvSpPr/>
              <p:nvPr/>
            </p:nvSpPr>
            <p:spPr>
              <a:xfrm>
                <a:off x="21174300" y="12814324"/>
                <a:ext cx="2962800" cy="2962800"/>
              </a:xfrm>
              <a:prstGeom prst="ellipse">
                <a:avLst/>
              </a:prstGeom>
              <a:solidFill>
                <a:srgbClr val="FF6699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492250" h="149225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9" name="CaixaDeTexto 138">
                <a:extLst>
                  <a:ext uri="{FF2B5EF4-FFF2-40B4-BE49-F238E27FC236}">
                    <a16:creationId xmlns:a16="http://schemas.microsoft.com/office/drawing/2014/main" id="{BC09DB4F-73D5-0ADE-65B9-6BE3B6D1F643}"/>
                  </a:ext>
                </a:extLst>
              </p:cNvPr>
              <p:cNvSpPr txBox="1"/>
              <p:nvPr/>
            </p:nvSpPr>
            <p:spPr>
              <a:xfrm>
                <a:off x="22851981" y="1186315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Z</a:t>
                </a:r>
              </a:p>
            </p:txBody>
          </p:sp>
          <p:sp>
            <p:nvSpPr>
              <p:cNvPr id="140" name="CaixaDeTexto 139">
                <a:extLst>
                  <a:ext uri="{FF2B5EF4-FFF2-40B4-BE49-F238E27FC236}">
                    <a16:creationId xmlns:a16="http://schemas.microsoft.com/office/drawing/2014/main" id="{D0BACE67-2A15-C4F4-E842-EB4FF1694D1D}"/>
                  </a:ext>
                </a:extLst>
              </p:cNvPr>
              <p:cNvSpPr txBox="1"/>
              <p:nvPr/>
            </p:nvSpPr>
            <p:spPr>
              <a:xfrm>
                <a:off x="20566550" y="1569757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>
                    <a:latin typeface="Aptos Display" panose="020B0004020202020204" pitchFamily="34" charset="0"/>
                  </a:rPr>
                  <a:t>Z </a:t>
                </a:r>
                <a:r>
                  <a:rPr lang="pt-PT" sz="4000" dirty="0" err="1">
                    <a:latin typeface="Aptos Display" panose="020B0004020202020204" pitchFamily="34" charset="0"/>
                  </a:rPr>
                  <a:t>Boson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77" name="CaixaDeTexto 176">
                <a:extLst>
                  <a:ext uri="{FF2B5EF4-FFF2-40B4-BE49-F238E27FC236}">
                    <a16:creationId xmlns:a16="http://schemas.microsoft.com/office/drawing/2014/main" id="{54105762-51C9-2503-AEFD-4FE253A4298A}"/>
                  </a:ext>
                </a:extLst>
              </p:cNvPr>
              <p:cNvSpPr txBox="1"/>
              <p:nvPr/>
            </p:nvSpPr>
            <p:spPr>
              <a:xfrm>
                <a:off x="20808523" y="12719764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238" name="Agrupar 237">
              <a:extLst>
                <a:ext uri="{FF2B5EF4-FFF2-40B4-BE49-F238E27FC236}">
                  <a16:creationId xmlns:a16="http://schemas.microsoft.com/office/drawing/2014/main" id="{B03B6583-EC89-F076-3A90-A4CD1175AE20}"/>
                </a:ext>
              </a:extLst>
            </p:cNvPr>
            <p:cNvGrpSpPr/>
            <p:nvPr/>
          </p:nvGrpSpPr>
          <p:grpSpPr>
            <a:xfrm>
              <a:off x="14034180" y="25497295"/>
              <a:ext cx="4178430" cy="4668364"/>
              <a:chOff x="20566420" y="7228880"/>
              <a:chExt cx="4178430" cy="4668364"/>
            </a:xfrm>
          </p:grpSpPr>
          <p:sp>
            <p:nvSpPr>
              <p:cNvPr id="131" name="Retângulo 130">
                <a:extLst>
                  <a:ext uri="{FF2B5EF4-FFF2-40B4-BE49-F238E27FC236}">
                    <a16:creationId xmlns:a16="http://schemas.microsoft.com/office/drawing/2014/main" id="{4C0265DF-62D8-D89C-6201-37BEE34DB5AD}"/>
                  </a:ext>
                </a:extLst>
              </p:cNvPr>
              <p:cNvSpPr/>
              <p:nvPr/>
            </p:nvSpPr>
            <p:spPr>
              <a:xfrm>
                <a:off x="20566420" y="7718944"/>
                <a:ext cx="4178300" cy="4178300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8D3F7CC0-1A52-1BF8-C829-7DA323137631}"/>
                  </a:ext>
                </a:extLst>
              </p:cNvPr>
              <p:cNvSpPr txBox="1"/>
              <p:nvPr/>
            </p:nvSpPr>
            <p:spPr>
              <a:xfrm>
                <a:off x="22966281" y="722888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i="1" dirty="0">
                    <a:latin typeface="Aptos ExtraBold" panose="020F0502020204030204" pitchFamily="34" charset="0"/>
                  </a:rPr>
                  <a:t>γ</a:t>
                </a:r>
                <a:endParaRPr lang="pt-PT" sz="199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DF1C18E-3DA3-1F2E-8376-335BA9F32CCE}"/>
                  </a:ext>
                </a:extLst>
              </p:cNvPr>
              <p:cNvSpPr txBox="1"/>
              <p:nvPr/>
            </p:nvSpPr>
            <p:spPr>
              <a:xfrm>
                <a:off x="20566550" y="1106329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Photon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81" name="CaixaDeTexto 180">
                <a:extLst>
                  <a:ext uri="{FF2B5EF4-FFF2-40B4-BE49-F238E27FC236}">
                    <a16:creationId xmlns:a16="http://schemas.microsoft.com/office/drawing/2014/main" id="{EE8FA3DC-9CF6-BB60-9D60-84ACA64ADEDA}"/>
                  </a:ext>
                </a:extLst>
              </p:cNvPr>
              <p:cNvSpPr txBox="1"/>
              <p:nvPr/>
            </p:nvSpPr>
            <p:spPr>
              <a:xfrm>
                <a:off x="20790087" y="8085485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240" name="Agrupar 239">
              <a:extLst>
                <a:ext uri="{FF2B5EF4-FFF2-40B4-BE49-F238E27FC236}">
                  <a16:creationId xmlns:a16="http://schemas.microsoft.com/office/drawing/2014/main" id="{609F2A5A-BB20-86A9-6D72-1661D27AC131}"/>
                </a:ext>
              </a:extLst>
            </p:cNvPr>
            <p:cNvGrpSpPr/>
            <p:nvPr/>
          </p:nvGrpSpPr>
          <p:grpSpPr>
            <a:xfrm>
              <a:off x="18685734" y="25497296"/>
              <a:ext cx="4178458" cy="4675655"/>
              <a:chOff x="29862542" y="7228880"/>
              <a:chExt cx="4178458" cy="4675655"/>
            </a:xfrm>
          </p:grpSpPr>
          <p:sp>
            <p:nvSpPr>
              <p:cNvPr id="155" name="Retângulo 154">
                <a:extLst>
                  <a:ext uri="{FF2B5EF4-FFF2-40B4-BE49-F238E27FC236}">
                    <a16:creationId xmlns:a16="http://schemas.microsoft.com/office/drawing/2014/main" id="{8A48D8DD-A373-AD8B-C63B-02B1757EF3E6}"/>
                  </a:ext>
                </a:extLst>
              </p:cNvPr>
              <p:cNvSpPr/>
              <p:nvPr/>
            </p:nvSpPr>
            <p:spPr>
              <a:xfrm>
                <a:off x="29862542" y="7726235"/>
                <a:ext cx="4178300" cy="4178300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7" name="CaixaDeTexto 156">
                <a:extLst>
                  <a:ext uri="{FF2B5EF4-FFF2-40B4-BE49-F238E27FC236}">
                    <a16:creationId xmlns:a16="http://schemas.microsoft.com/office/drawing/2014/main" id="{F1B8C3E3-AC84-EED9-EB14-F0FF12FED7A2}"/>
                  </a:ext>
                </a:extLst>
              </p:cNvPr>
              <p:cNvSpPr txBox="1"/>
              <p:nvPr/>
            </p:nvSpPr>
            <p:spPr>
              <a:xfrm>
                <a:off x="32307682" y="722888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g</a:t>
                </a:r>
              </a:p>
            </p:txBody>
          </p:sp>
          <p:sp>
            <p:nvSpPr>
              <p:cNvPr id="158" name="CaixaDeTexto 157">
                <a:extLst>
                  <a:ext uri="{FF2B5EF4-FFF2-40B4-BE49-F238E27FC236}">
                    <a16:creationId xmlns:a16="http://schemas.microsoft.com/office/drawing/2014/main" id="{90C92C79-235F-477D-078B-FEDE9D52835E}"/>
                  </a:ext>
                </a:extLst>
              </p:cNvPr>
              <p:cNvSpPr txBox="1"/>
              <p:nvPr/>
            </p:nvSpPr>
            <p:spPr>
              <a:xfrm>
                <a:off x="29862700" y="1106329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Gluon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83" name="CaixaDeTexto 182">
                <a:extLst>
                  <a:ext uri="{FF2B5EF4-FFF2-40B4-BE49-F238E27FC236}">
                    <a16:creationId xmlns:a16="http://schemas.microsoft.com/office/drawing/2014/main" id="{D2CB28D9-3BAE-47D0-9164-710CFB4EE671}"/>
                  </a:ext>
                </a:extLst>
              </p:cNvPr>
              <p:cNvSpPr txBox="1"/>
              <p:nvPr/>
            </p:nvSpPr>
            <p:spPr>
              <a:xfrm>
                <a:off x="30054465" y="8053538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243" name="Agrupar 242">
              <a:extLst>
                <a:ext uri="{FF2B5EF4-FFF2-40B4-BE49-F238E27FC236}">
                  <a16:creationId xmlns:a16="http://schemas.microsoft.com/office/drawing/2014/main" id="{DB0A1F86-B9BD-B12F-0DAD-FF6A9BD55EBB}"/>
                </a:ext>
              </a:extLst>
            </p:cNvPr>
            <p:cNvGrpSpPr/>
            <p:nvPr/>
          </p:nvGrpSpPr>
          <p:grpSpPr>
            <a:xfrm>
              <a:off x="9353326" y="25498037"/>
              <a:ext cx="4178458" cy="4675655"/>
              <a:chOff x="29767292" y="11863159"/>
              <a:chExt cx="4178458" cy="4675655"/>
            </a:xfrm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656140A8-573F-D4C1-EADC-FEF193FF3143}"/>
                  </a:ext>
                </a:extLst>
              </p:cNvPr>
              <p:cNvSpPr/>
              <p:nvPr/>
            </p:nvSpPr>
            <p:spPr>
              <a:xfrm>
                <a:off x="29767292" y="12360514"/>
                <a:ext cx="4178300" cy="4178300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4" name="CaixaDeTexto 163">
                <a:extLst>
                  <a:ext uri="{FF2B5EF4-FFF2-40B4-BE49-F238E27FC236}">
                    <a16:creationId xmlns:a16="http://schemas.microsoft.com/office/drawing/2014/main" id="{90606E7A-6D33-FFF8-C26D-7814A36C3576}"/>
                  </a:ext>
                </a:extLst>
              </p:cNvPr>
              <p:cNvSpPr txBox="1"/>
              <p:nvPr/>
            </p:nvSpPr>
            <p:spPr>
              <a:xfrm>
                <a:off x="29767450" y="1569757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>
                    <a:latin typeface="Aptos Display" panose="020B0004020202020204" pitchFamily="34" charset="0"/>
                  </a:rPr>
                  <a:t>W </a:t>
                </a:r>
                <a:r>
                  <a:rPr lang="pt-PT" sz="4000" dirty="0" err="1">
                    <a:latin typeface="Aptos Display" panose="020B0004020202020204" pitchFamily="34" charset="0"/>
                  </a:rPr>
                  <a:t>Boson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38404087-06AA-FF35-B023-A5930564D44A}"/>
                  </a:ext>
                </a:extLst>
              </p:cNvPr>
              <p:cNvSpPr/>
              <p:nvPr/>
            </p:nvSpPr>
            <p:spPr>
              <a:xfrm>
                <a:off x="30507862" y="12878419"/>
                <a:ext cx="2840400" cy="2840400"/>
              </a:xfrm>
              <a:prstGeom prst="ellipse">
                <a:avLst/>
              </a:prstGeom>
              <a:solidFill>
                <a:srgbClr val="FF6699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397000" h="13970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3" name="CaixaDeTexto 162">
                <a:extLst>
                  <a:ext uri="{FF2B5EF4-FFF2-40B4-BE49-F238E27FC236}">
                    <a16:creationId xmlns:a16="http://schemas.microsoft.com/office/drawing/2014/main" id="{0CF20847-A9EA-D985-834D-2DBAE36A4EE9}"/>
                  </a:ext>
                </a:extLst>
              </p:cNvPr>
              <p:cNvSpPr txBox="1"/>
              <p:nvPr/>
            </p:nvSpPr>
            <p:spPr>
              <a:xfrm>
                <a:off x="31062281" y="1186315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W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1" name="CaixaDeTexto 190">
                    <a:extLst>
                      <a:ext uri="{FF2B5EF4-FFF2-40B4-BE49-F238E27FC236}">
                        <a16:creationId xmlns:a16="http://schemas.microsoft.com/office/drawing/2014/main" id="{81D601D6-CBFB-55C4-8BA8-288483F5AD40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2101" y="12705843"/>
                    <a:ext cx="1447800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pt-PT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 </m:t>
                        </m:r>
                      </m:oMath>
                    </a14:m>
                    <a:r>
                      <a:rPr lang="pt-PT" sz="4000" dirty="0">
                        <a:latin typeface="Aptos" panose="020B0004020202020204" pitchFamily="34" charset="0"/>
                      </a:rPr>
                      <a:t>1</a:t>
                    </a:r>
                  </a:p>
                </p:txBody>
              </p:sp>
            </mc:Choice>
            <mc:Fallback>
              <p:sp>
                <p:nvSpPr>
                  <p:cNvPr id="191" name="CaixaDeTexto 190">
                    <a:extLst>
                      <a:ext uri="{FF2B5EF4-FFF2-40B4-BE49-F238E27FC236}">
                        <a16:creationId xmlns:a16="http://schemas.microsoft.com/office/drawing/2014/main" id="{81D601D6-CBFB-55C4-8BA8-288483F5AD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42101" y="12705843"/>
                    <a:ext cx="1447800" cy="707886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15517" b="-36207"/>
                    </a:stretch>
                  </a:blipFill>
                </p:spPr>
                <p:txBody>
                  <a:bodyPr/>
                  <a:lstStyle/>
                  <a:p>
                    <a:r>
                      <a:rPr lang="pt-P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4" name="Agrupar 243">
              <a:extLst>
                <a:ext uri="{FF2B5EF4-FFF2-40B4-BE49-F238E27FC236}">
                  <a16:creationId xmlns:a16="http://schemas.microsoft.com/office/drawing/2014/main" id="{6043C509-F09A-D61E-A84A-5316ADE65DDA}"/>
                </a:ext>
              </a:extLst>
            </p:cNvPr>
            <p:cNvGrpSpPr/>
            <p:nvPr/>
          </p:nvGrpSpPr>
          <p:grpSpPr>
            <a:xfrm>
              <a:off x="4753504" y="30129573"/>
              <a:ext cx="4216583" cy="4675655"/>
              <a:chOff x="20566420" y="17085527"/>
              <a:chExt cx="4216583" cy="4675655"/>
            </a:xfrm>
          </p:grpSpPr>
          <p:sp>
            <p:nvSpPr>
              <p:cNvPr id="224" name="Retângulo 223">
                <a:extLst>
                  <a:ext uri="{FF2B5EF4-FFF2-40B4-BE49-F238E27FC236}">
                    <a16:creationId xmlns:a16="http://schemas.microsoft.com/office/drawing/2014/main" id="{21F2FFA4-145B-0324-FAE0-862441A74904}"/>
                  </a:ext>
                </a:extLst>
              </p:cNvPr>
              <p:cNvSpPr/>
              <p:nvPr/>
            </p:nvSpPr>
            <p:spPr>
              <a:xfrm>
                <a:off x="20604703" y="17582882"/>
                <a:ext cx="4178300" cy="4178300"/>
              </a:xfrm>
              <a:prstGeom prst="rect">
                <a:avLst/>
              </a:prstGeom>
              <a:solidFill>
                <a:srgbClr val="6699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B6C2AB7F-0A43-1F16-E9D2-3287A552C4FF}"/>
                  </a:ext>
                </a:extLst>
              </p:cNvPr>
              <p:cNvSpPr/>
              <p:nvPr/>
            </p:nvSpPr>
            <p:spPr>
              <a:xfrm>
                <a:off x="21008570" y="18025032"/>
                <a:ext cx="3294000" cy="3294000"/>
              </a:xfrm>
              <a:prstGeom prst="ellipse">
                <a:avLst/>
              </a:prstGeom>
              <a:solidFill>
                <a:srgbClr val="FFFF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492250" h="149225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26" name="CaixaDeTexto 225">
                <a:extLst>
                  <a:ext uri="{FF2B5EF4-FFF2-40B4-BE49-F238E27FC236}">
                    <a16:creationId xmlns:a16="http://schemas.microsoft.com/office/drawing/2014/main" id="{F58BCE77-32F9-99CD-BAC6-2AF2E091C392}"/>
                  </a:ext>
                </a:extLst>
              </p:cNvPr>
              <p:cNvSpPr txBox="1"/>
              <p:nvPr/>
            </p:nvSpPr>
            <p:spPr>
              <a:xfrm>
                <a:off x="22586378" y="17085527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H</a:t>
                </a:r>
              </a:p>
            </p:txBody>
          </p:sp>
          <p:sp>
            <p:nvSpPr>
              <p:cNvPr id="227" name="CaixaDeTexto 226">
                <a:extLst>
                  <a:ext uri="{FF2B5EF4-FFF2-40B4-BE49-F238E27FC236}">
                    <a16:creationId xmlns:a16="http://schemas.microsoft.com/office/drawing/2014/main" id="{F508C7EA-45FC-E5B6-7F3D-93B3DD2007D6}"/>
                  </a:ext>
                </a:extLst>
              </p:cNvPr>
              <p:cNvSpPr txBox="1"/>
              <p:nvPr/>
            </p:nvSpPr>
            <p:spPr>
              <a:xfrm>
                <a:off x="20566420" y="20919946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Higgs</a:t>
                </a:r>
                <a:r>
                  <a:rPr lang="pt-PT" sz="4000" dirty="0">
                    <a:latin typeface="Aptos Display" panose="020B0004020202020204" pitchFamily="34" charset="0"/>
                  </a:rPr>
                  <a:t> </a:t>
                </a:r>
                <a:r>
                  <a:rPr lang="pt-PT" sz="4000" dirty="0" err="1">
                    <a:latin typeface="Aptos Display" panose="020B0004020202020204" pitchFamily="34" charset="0"/>
                  </a:rPr>
                  <a:t>Boson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228" name="CaixaDeTexto 227">
                <a:extLst>
                  <a:ext uri="{FF2B5EF4-FFF2-40B4-BE49-F238E27FC236}">
                    <a16:creationId xmlns:a16="http://schemas.microsoft.com/office/drawing/2014/main" id="{7FBC8EED-5CBC-80BB-1AE6-18E70B39F3B5}"/>
                  </a:ext>
                </a:extLst>
              </p:cNvPr>
              <p:cNvSpPr txBox="1"/>
              <p:nvPr/>
            </p:nvSpPr>
            <p:spPr>
              <a:xfrm>
                <a:off x="20808393" y="17942132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</p:grpSp>
      <p:sp>
        <p:nvSpPr>
          <p:cNvPr id="91" name="Parêntese esquerdo 90">
            <a:extLst>
              <a:ext uri="{FF2B5EF4-FFF2-40B4-BE49-F238E27FC236}">
                <a16:creationId xmlns:a16="http://schemas.microsoft.com/office/drawing/2014/main" id="{566F6632-B529-1EDD-97B2-EE5072D65829}"/>
              </a:ext>
            </a:extLst>
          </p:cNvPr>
          <p:cNvSpPr/>
          <p:nvPr/>
        </p:nvSpPr>
        <p:spPr>
          <a:xfrm>
            <a:off x="6754339" y="7352097"/>
            <a:ext cx="676096" cy="18324379"/>
          </a:xfrm>
          <a:prstGeom prst="leftBracket">
            <a:avLst>
              <a:gd name="adj" fmla="val 149215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2" name="Parêntese esquerdo 91">
            <a:extLst>
              <a:ext uri="{FF2B5EF4-FFF2-40B4-BE49-F238E27FC236}">
                <a16:creationId xmlns:a16="http://schemas.microsoft.com/office/drawing/2014/main" id="{864319C4-ED96-346F-3B2B-E99684E7A1B4}"/>
              </a:ext>
            </a:extLst>
          </p:cNvPr>
          <p:cNvSpPr/>
          <p:nvPr/>
        </p:nvSpPr>
        <p:spPr>
          <a:xfrm>
            <a:off x="6754339" y="26410286"/>
            <a:ext cx="676096" cy="8810578"/>
          </a:xfrm>
          <a:prstGeom prst="leftBracket">
            <a:avLst>
              <a:gd name="adj" fmla="val 149215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11796C28-767A-6356-817B-0439F27C1C4B}"/>
              </a:ext>
            </a:extLst>
          </p:cNvPr>
          <p:cNvSpPr txBox="1"/>
          <p:nvPr/>
        </p:nvSpPr>
        <p:spPr>
          <a:xfrm>
            <a:off x="4982339" y="7352097"/>
            <a:ext cx="1954381" cy="1832437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pt-PT" sz="11500" i="1" dirty="0" err="1">
                <a:latin typeface="Aptos ExtraBold" panose="020B0004020202020204" pitchFamily="34" charset="0"/>
              </a:rPr>
              <a:t>Fermions</a:t>
            </a:r>
            <a:endParaRPr lang="pt-PT" sz="11500" i="1" dirty="0">
              <a:latin typeface="Aptos ExtraBold" panose="020B0004020202020204" pitchFamily="34" charset="0"/>
            </a:endParaRP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2F03B1BC-FA12-72D1-EA1D-97D791786881}"/>
              </a:ext>
            </a:extLst>
          </p:cNvPr>
          <p:cNvSpPr txBox="1"/>
          <p:nvPr/>
        </p:nvSpPr>
        <p:spPr>
          <a:xfrm>
            <a:off x="5021514" y="26402994"/>
            <a:ext cx="1954381" cy="881786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pt-PT" sz="11500" i="1" dirty="0" err="1">
                <a:latin typeface="Aptos ExtraBold" panose="020B0004020202020204" pitchFamily="34" charset="0"/>
              </a:rPr>
              <a:t>Bosons</a:t>
            </a:r>
            <a:endParaRPr lang="pt-PT" sz="11500" i="1" dirty="0">
              <a:latin typeface="Aptos ExtraBold" panose="020B0004020202020204" pitchFamily="34" charset="0"/>
            </a:endParaRPr>
          </a:p>
        </p:txBody>
      </p:sp>
      <p:sp>
        <p:nvSpPr>
          <p:cNvPr id="95" name="Parêntese esquerdo 94">
            <a:extLst>
              <a:ext uri="{FF2B5EF4-FFF2-40B4-BE49-F238E27FC236}">
                <a16:creationId xmlns:a16="http://schemas.microsoft.com/office/drawing/2014/main" id="{A0213B9F-B53C-BC54-538F-BB3986B6CDEB}"/>
              </a:ext>
            </a:extLst>
          </p:cNvPr>
          <p:cNvSpPr/>
          <p:nvPr/>
        </p:nvSpPr>
        <p:spPr>
          <a:xfrm rot="10800000">
            <a:off x="21499623" y="7398707"/>
            <a:ext cx="676096" cy="18324379"/>
          </a:xfrm>
          <a:prstGeom prst="leftBracket">
            <a:avLst>
              <a:gd name="adj" fmla="val 149215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967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Agrupar 91">
            <a:extLst>
              <a:ext uri="{FF2B5EF4-FFF2-40B4-BE49-F238E27FC236}">
                <a16:creationId xmlns:a16="http://schemas.microsoft.com/office/drawing/2014/main" id="{6AB75F80-78AA-6165-3AFE-506FA29C9A19}"/>
              </a:ext>
            </a:extLst>
          </p:cNvPr>
          <p:cNvGrpSpPr/>
          <p:nvPr/>
        </p:nvGrpSpPr>
        <p:grpSpPr>
          <a:xfrm>
            <a:off x="32387296" y="29633622"/>
            <a:ext cx="4178458" cy="4675655"/>
            <a:chOff x="25202443" y="11863159"/>
            <a:chExt cx="4178458" cy="4675655"/>
          </a:xfrm>
        </p:grpSpPr>
        <p:sp>
          <p:nvSpPr>
            <p:cNvPr id="93" name="Retângulo 92">
              <a:extLst>
                <a:ext uri="{FF2B5EF4-FFF2-40B4-BE49-F238E27FC236}">
                  <a16:creationId xmlns:a16="http://schemas.microsoft.com/office/drawing/2014/main" id="{C67E258F-47AC-39C8-990F-F81EFDB5DC27}"/>
                </a:ext>
              </a:extLst>
            </p:cNvPr>
            <p:cNvSpPr/>
            <p:nvPr/>
          </p:nvSpPr>
          <p:spPr>
            <a:xfrm>
              <a:off x="25202443" y="1236051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CaixaDeTexto 93">
                  <a:extLst>
                    <a:ext uri="{FF2B5EF4-FFF2-40B4-BE49-F238E27FC236}">
                      <a16:creationId xmlns:a16="http://schemas.microsoft.com/office/drawing/2014/main" id="{3CF7FD93-A103-CCBB-CEA2-51D24CE50502}"/>
                    </a:ext>
                  </a:extLst>
                </p:cNvPr>
                <p:cNvSpPr txBox="1"/>
                <p:nvPr/>
              </p:nvSpPr>
              <p:spPr>
                <a:xfrm>
                  <a:off x="25202601" y="15697578"/>
                  <a:ext cx="417830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pt-PT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pt-PT" sz="4000" dirty="0">
                      <a:latin typeface="Aptos Display" panose="020B0004020202020204" pitchFamily="34" charset="0"/>
                    </a:rPr>
                    <a:t>Boson</a:t>
                  </a:r>
                </a:p>
              </p:txBody>
            </p:sp>
          </mc:Choice>
          <mc:Fallback xmlns="">
            <p:sp>
              <p:nvSpPr>
                <p:cNvPr id="94" name="CaixaDeTexto 93">
                  <a:extLst>
                    <a:ext uri="{FF2B5EF4-FFF2-40B4-BE49-F238E27FC236}">
                      <a16:creationId xmlns:a16="http://schemas.microsoft.com/office/drawing/2014/main" id="{3CF7FD93-A103-CCBB-CEA2-51D24CE50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2601" y="15697578"/>
                  <a:ext cx="4178300" cy="707886"/>
                </a:xfrm>
                <a:prstGeom prst="rect">
                  <a:avLst/>
                </a:prstGeom>
                <a:blipFill>
                  <a:blip r:embed="rId8"/>
                  <a:stretch>
                    <a:fillRect t="-15517" b="-36207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B410E3D-130D-7E54-167E-71D15DD7031F}"/>
                </a:ext>
              </a:extLst>
            </p:cNvPr>
            <p:cNvSpPr/>
            <p:nvPr/>
          </p:nvSpPr>
          <p:spPr>
            <a:xfrm>
              <a:off x="25876994" y="12875524"/>
              <a:ext cx="2840400" cy="28404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97000" h="1397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CaixaDeTexto 95">
                  <a:extLst>
                    <a:ext uri="{FF2B5EF4-FFF2-40B4-BE49-F238E27FC236}">
                      <a16:creationId xmlns:a16="http://schemas.microsoft.com/office/drawing/2014/main" id="{49EBDC1F-68D6-05EA-423F-078EA5AD3977}"/>
                    </a:ext>
                  </a:extLst>
                </p:cNvPr>
                <p:cNvSpPr txBox="1"/>
                <p:nvPr/>
              </p:nvSpPr>
              <p:spPr>
                <a:xfrm>
                  <a:off x="26405195" y="11863159"/>
                  <a:ext cx="1244600" cy="31547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PT" sz="19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W</m:t>
                            </m:r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 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pt-PT" sz="19900">
                                <a:latin typeface="Britannic Bold" panose="020B0903060703020204" pitchFamily="34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pt-PT" sz="19900" i="1" dirty="0">
                    <a:latin typeface="Aptos ExtraBold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6" name="CaixaDeTexto 95">
                  <a:extLst>
                    <a:ext uri="{FF2B5EF4-FFF2-40B4-BE49-F238E27FC236}">
                      <a16:creationId xmlns:a16="http://schemas.microsoft.com/office/drawing/2014/main" id="{49EBDC1F-68D6-05EA-423F-078EA5AD39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195" y="11863159"/>
                  <a:ext cx="1244600" cy="3154710"/>
                </a:xfrm>
                <a:prstGeom prst="rect">
                  <a:avLst/>
                </a:prstGeom>
                <a:blipFill>
                  <a:blip r:embed="rId9"/>
                  <a:stretch>
                    <a:fillRect r="-194608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CaixaDeTexto 96">
              <a:extLst>
                <a:ext uri="{FF2B5EF4-FFF2-40B4-BE49-F238E27FC236}">
                  <a16:creationId xmlns:a16="http://schemas.microsoft.com/office/drawing/2014/main" id="{1D2E4151-9635-B022-8BDE-554B62AE4A93}"/>
                </a:ext>
              </a:extLst>
            </p:cNvPr>
            <p:cNvSpPr txBox="1"/>
            <p:nvPr/>
          </p:nvSpPr>
          <p:spPr>
            <a:xfrm>
              <a:off x="25380054" y="12705843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FE2E6877-1B16-A7C8-DCB5-44E7D4281D00}"/>
              </a:ext>
            </a:extLst>
          </p:cNvPr>
          <p:cNvGrpSpPr/>
          <p:nvPr/>
        </p:nvGrpSpPr>
        <p:grpSpPr>
          <a:xfrm>
            <a:off x="32387296" y="24722482"/>
            <a:ext cx="4178588" cy="4945225"/>
            <a:chOff x="25202443" y="6952019"/>
            <a:chExt cx="4178588" cy="4945225"/>
          </a:xfrm>
        </p:grpSpPr>
        <p:sp>
          <p:nvSpPr>
            <p:cNvPr id="99" name="Retângulo 98">
              <a:extLst>
                <a:ext uri="{FF2B5EF4-FFF2-40B4-BE49-F238E27FC236}">
                  <a16:creationId xmlns:a16="http://schemas.microsoft.com/office/drawing/2014/main" id="{231CF565-650B-461D-2B5D-DB9D3A358F6A}"/>
                </a:ext>
              </a:extLst>
            </p:cNvPr>
            <p:cNvSpPr/>
            <p:nvPr/>
          </p:nvSpPr>
          <p:spPr>
            <a:xfrm>
              <a:off x="25202443" y="771894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4949D5F6-9999-7BE5-D961-EBF038B737FD}"/>
                </a:ext>
              </a:extLst>
            </p:cNvPr>
            <p:cNvSpPr/>
            <p:nvPr/>
          </p:nvSpPr>
          <p:spPr>
            <a:xfrm>
              <a:off x="25871681" y="8395185"/>
              <a:ext cx="2840400" cy="28404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97000" h="1397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CaixaDeTexto 100">
                  <a:extLst>
                    <a:ext uri="{FF2B5EF4-FFF2-40B4-BE49-F238E27FC236}">
                      <a16:creationId xmlns:a16="http://schemas.microsoft.com/office/drawing/2014/main" id="{FF798605-E5D0-CFBD-CE95-692DA5641CDE}"/>
                    </a:ext>
                  </a:extLst>
                </p:cNvPr>
                <p:cNvSpPr txBox="1"/>
                <p:nvPr/>
              </p:nvSpPr>
              <p:spPr>
                <a:xfrm>
                  <a:off x="26443741" y="6952019"/>
                  <a:ext cx="1244600" cy="34978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PT" sz="19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W</m:t>
                            </m:r>
                            <m:r>
                              <m:rPr>
                                <m:nor/>
                              </m:rPr>
                              <a:rPr lang="pt-PT" sz="19900" i="1">
                                <a:latin typeface="Aptos ExtraBold" panose="020B0004020202020204" pitchFamily="34" charset="0"/>
                              </a:rPr>
                              <m:t> 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pt-PT" sz="19900">
                                <a:latin typeface="Aptos ExtraBold" panose="020B0004020202020204" pitchFamily="34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pt-PT" sz="19900" i="1" dirty="0">
                    <a:latin typeface="Aptos ExtraBold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01" name="CaixaDeTexto 100">
                  <a:extLst>
                    <a:ext uri="{FF2B5EF4-FFF2-40B4-BE49-F238E27FC236}">
                      <a16:creationId xmlns:a16="http://schemas.microsoft.com/office/drawing/2014/main" id="{FF798605-E5D0-CFBD-CE95-692DA5641C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43741" y="6952019"/>
                  <a:ext cx="1244600" cy="3497817"/>
                </a:xfrm>
                <a:prstGeom prst="rect">
                  <a:avLst/>
                </a:prstGeom>
                <a:blipFill>
                  <a:blip r:embed="rId10"/>
                  <a:stretch>
                    <a:fillRect r="-246569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CaixaDeTexto 101">
                  <a:extLst>
                    <a:ext uri="{FF2B5EF4-FFF2-40B4-BE49-F238E27FC236}">
                      <a16:creationId xmlns:a16="http://schemas.microsoft.com/office/drawing/2014/main" id="{3738DED8-AFF0-C092-63DF-771BFD5974A9}"/>
                    </a:ext>
                  </a:extLst>
                </p:cNvPr>
                <p:cNvSpPr txBox="1"/>
                <p:nvPr/>
              </p:nvSpPr>
              <p:spPr>
                <a:xfrm>
                  <a:off x="25202731" y="11063299"/>
                  <a:ext cx="4178300" cy="745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pt-PT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PT" sz="4000">
                              <a:latin typeface="Aptos Display" panose="020B0004020202020204" pitchFamily="34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pt-PT" sz="4000" dirty="0">
                      <a:latin typeface="Aptos Display" panose="020B0004020202020204" pitchFamily="34" charset="0"/>
                    </a:rPr>
                    <a:t>Boson</a:t>
                  </a:r>
                </a:p>
              </p:txBody>
            </p:sp>
          </mc:Choice>
          <mc:Fallback xmlns="">
            <p:sp>
              <p:nvSpPr>
                <p:cNvPr id="102" name="CaixaDeTexto 101">
                  <a:extLst>
                    <a:ext uri="{FF2B5EF4-FFF2-40B4-BE49-F238E27FC236}">
                      <a16:creationId xmlns:a16="http://schemas.microsoft.com/office/drawing/2014/main" id="{3738DED8-AFF0-C092-63DF-771BFD5974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2731" y="11063299"/>
                  <a:ext cx="4178300" cy="745332"/>
                </a:xfrm>
                <a:prstGeom prst="rect">
                  <a:avLst/>
                </a:prstGeom>
                <a:blipFill>
                  <a:blip r:embed="rId11"/>
                  <a:stretch>
                    <a:fillRect t="-9016" b="-35246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id="{110534B3-9DC2-1667-7DD9-AED0B2D508D5}"/>
                </a:ext>
              </a:extLst>
            </p:cNvPr>
            <p:cNvSpPr txBox="1"/>
            <p:nvPr/>
          </p:nvSpPr>
          <p:spPr>
            <a:xfrm>
              <a:off x="25380054" y="8071564"/>
              <a:ext cx="1447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000" dirty="0">
                  <a:latin typeface="Aptos" panose="020B0004020202020204" pitchFamily="34" charset="0"/>
                </a:rPr>
                <a:t>+ 1</a:t>
              </a:r>
            </a:p>
          </p:txBody>
        </p:sp>
      </p:grpSp>
      <p:grpSp>
        <p:nvGrpSpPr>
          <p:cNvPr id="161" name="Agrupar 160">
            <a:extLst>
              <a:ext uri="{FF2B5EF4-FFF2-40B4-BE49-F238E27FC236}">
                <a16:creationId xmlns:a16="http://schemas.microsoft.com/office/drawing/2014/main" id="{B7A8E5BE-159D-F6A1-3BD7-6D75286654EE}"/>
              </a:ext>
            </a:extLst>
          </p:cNvPr>
          <p:cNvGrpSpPr/>
          <p:nvPr/>
        </p:nvGrpSpPr>
        <p:grpSpPr>
          <a:xfrm>
            <a:off x="684838" y="7289898"/>
            <a:ext cx="33147120" cy="17656501"/>
            <a:chOff x="684838" y="7289898"/>
            <a:chExt cx="33147120" cy="1765650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03FA0218-6616-BE38-518E-FE0B80AC28B7}"/>
                </a:ext>
              </a:extLst>
            </p:cNvPr>
            <p:cNvSpPr/>
            <p:nvPr/>
          </p:nvSpPr>
          <p:spPr>
            <a:xfrm>
              <a:off x="917402" y="18772440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F133B27-075A-794E-65D6-966DEA2FD32A}"/>
                </a:ext>
              </a:extLst>
            </p:cNvPr>
            <p:cNvSpPr/>
            <p:nvPr/>
          </p:nvSpPr>
          <p:spPr>
            <a:xfrm>
              <a:off x="1184102" y="19039140"/>
              <a:ext cx="3644900" cy="36449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778000" h="17780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74666BC-FB74-280F-7FF8-52BE9B47A55F}"/>
                </a:ext>
              </a:extLst>
            </p:cNvPr>
            <p:cNvSpPr txBox="1"/>
            <p:nvPr/>
          </p:nvSpPr>
          <p:spPr>
            <a:xfrm>
              <a:off x="3724102" y="18275085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t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C3B47486-19A0-4F8D-3206-E5A05EA4B665}"/>
                </a:ext>
              </a:extLst>
            </p:cNvPr>
            <p:cNvSpPr txBox="1"/>
            <p:nvPr/>
          </p:nvSpPr>
          <p:spPr>
            <a:xfrm>
              <a:off x="917402" y="22109504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>
                  <a:latin typeface="Aptos Display" panose="020B0004020202020204" pitchFamily="34" charset="0"/>
                </a:rPr>
                <a:t>Top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0D8D488B-84AA-9A0E-44B0-550FD54516B2}"/>
                    </a:ext>
                  </a:extLst>
                </p:cNvPr>
                <p:cNvSpPr txBox="1"/>
                <p:nvPr/>
              </p:nvSpPr>
              <p:spPr>
                <a:xfrm>
                  <a:off x="726902" y="18848526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0D8D488B-84AA-9A0E-44B0-550FD54516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902" y="18848526"/>
                  <a:ext cx="1447800" cy="124482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AF34E7A-5426-7073-E8B1-62D62D8AB89E}"/>
                </a:ext>
              </a:extLst>
            </p:cNvPr>
            <p:cNvSpPr/>
            <p:nvPr/>
          </p:nvSpPr>
          <p:spPr>
            <a:xfrm>
              <a:off x="875338" y="14160739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BCE916A-6645-0342-816F-46467B163D77}"/>
                </a:ext>
              </a:extLst>
            </p:cNvPr>
            <p:cNvSpPr/>
            <p:nvPr/>
          </p:nvSpPr>
          <p:spPr>
            <a:xfrm>
              <a:off x="2608541" y="15893489"/>
              <a:ext cx="712800" cy="7128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55600" h="3556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24D8CFF-6AE0-D104-B97E-2AD7AE8AA16C}"/>
                </a:ext>
              </a:extLst>
            </p:cNvPr>
            <p:cNvSpPr txBox="1"/>
            <p:nvPr/>
          </p:nvSpPr>
          <p:spPr>
            <a:xfrm>
              <a:off x="3333578" y="13663384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c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ACBBE9C2-7CBB-58AC-5EF1-0D4D114DAF3F}"/>
                </a:ext>
              </a:extLst>
            </p:cNvPr>
            <p:cNvSpPr txBox="1"/>
            <p:nvPr/>
          </p:nvSpPr>
          <p:spPr>
            <a:xfrm>
              <a:off x="875791" y="17497803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latin typeface="Aptos Display" panose="020B0004020202020204" pitchFamily="34" charset="0"/>
                </a:rPr>
                <a:t>Charm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211A3002-C607-E433-0391-452532ED360C}"/>
                    </a:ext>
                  </a:extLst>
                </p:cNvPr>
                <p:cNvSpPr txBox="1"/>
                <p:nvPr/>
              </p:nvSpPr>
              <p:spPr>
                <a:xfrm>
                  <a:off x="685197" y="14209175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211A3002-C607-E433-0391-452532ED3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197" y="14209175"/>
                  <a:ext cx="1447800" cy="124482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082FAD6-33F6-FBE6-EA66-16E816A4B7A3}"/>
                </a:ext>
              </a:extLst>
            </p:cNvPr>
            <p:cNvSpPr/>
            <p:nvPr/>
          </p:nvSpPr>
          <p:spPr>
            <a:xfrm>
              <a:off x="874885" y="9526460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C54090-119D-20C3-E0E1-DD4F39198FDE}"/>
                </a:ext>
              </a:extLst>
            </p:cNvPr>
            <p:cNvSpPr/>
            <p:nvPr/>
          </p:nvSpPr>
          <p:spPr>
            <a:xfrm>
              <a:off x="2921288" y="11572410"/>
              <a:ext cx="86400" cy="864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50800" h="508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15B59CFE-AA03-12B7-F429-D93B2D87E415}"/>
                </a:ext>
              </a:extLst>
            </p:cNvPr>
            <p:cNvSpPr txBox="1"/>
            <p:nvPr/>
          </p:nvSpPr>
          <p:spPr>
            <a:xfrm>
              <a:off x="3275069" y="9029105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u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6FE3EEE9-9B5B-EBDA-0AA8-90474759D72B}"/>
                </a:ext>
              </a:extLst>
            </p:cNvPr>
            <p:cNvSpPr txBox="1"/>
            <p:nvPr/>
          </p:nvSpPr>
          <p:spPr>
            <a:xfrm>
              <a:off x="875338" y="12863524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Up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91FBE6F7-2EE3-85DA-F892-0D2FDD4BCE76}"/>
                    </a:ext>
                  </a:extLst>
                </p:cNvPr>
                <p:cNvSpPr txBox="1"/>
                <p:nvPr/>
              </p:nvSpPr>
              <p:spPr>
                <a:xfrm>
                  <a:off x="684838" y="9602546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91FBE6F7-2EE3-85DA-F892-0D2FDD4BC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838" y="9602546"/>
                  <a:ext cx="1447800" cy="124482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DD2D5069-6C53-F541-B6AB-1AFB3BDFECE0}"/>
                </a:ext>
              </a:extLst>
            </p:cNvPr>
            <p:cNvSpPr/>
            <p:nvPr/>
          </p:nvSpPr>
          <p:spPr>
            <a:xfrm>
              <a:off x="5524690" y="18773019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B41B677-4853-4068-39C0-F90063D74CB1}"/>
                </a:ext>
              </a:extLst>
            </p:cNvPr>
            <p:cNvSpPr/>
            <p:nvPr/>
          </p:nvSpPr>
          <p:spPr>
            <a:xfrm>
              <a:off x="7082840" y="20177229"/>
              <a:ext cx="1062000" cy="10620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546100" h="5461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5C98D03E-FB78-9765-E9CA-25843FBDCFEA}"/>
                </a:ext>
              </a:extLst>
            </p:cNvPr>
            <p:cNvSpPr txBox="1"/>
            <p:nvPr/>
          </p:nvSpPr>
          <p:spPr>
            <a:xfrm>
              <a:off x="7950390" y="18275664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b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EFC7D9E-3678-3133-B502-7821E8D0D82C}"/>
                </a:ext>
              </a:extLst>
            </p:cNvPr>
            <p:cNvSpPr txBox="1"/>
            <p:nvPr/>
          </p:nvSpPr>
          <p:spPr>
            <a:xfrm>
              <a:off x="5524690" y="22110083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Bottom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C2BC7F42-C810-D291-B3AB-3A22C2F7D428}"/>
                    </a:ext>
                  </a:extLst>
                </p:cNvPr>
                <p:cNvSpPr txBox="1"/>
                <p:nvPr/>
              </p:nvSpPr>
              <p:spPr>
                <a:xfrm>
                  <a:off x="5334190" y="18849105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C2BC7F42-C810-D291-B3AB-3A22C2F7D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190" y="18849105"/>
                  <a:ext cx="1447800" cy="124482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AEFE478B-EEEF-0424-2F62-0D4114A79F75}"/>
                </a:ext>
              </a:extLst>
            </p:cNvPr>
            <p:cNvSpPr/>
            <p:nvPr/>
          </p:nvSpPr>
          <p:spPr>
            <a:xfrm>
              <a:off x="5514181" y="14160739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061BD48-6E47-C3C7-CDDA-F20A2EC32B35}"/>
                </a:ext>
              </a:extLst>
            </p:cNvPr>
            <p:cNvSpPr/>
            <p:nvPr/>
          </p:nvSpPr>
          <p:spPr>
            <a:xfrm>
              <a:off x="7453931" y="16100489"/>
              <a:ext cx="298800" cy="2988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9700" h="1397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445AC855-F245-173D-2995-67B7C79A9110}"/>
                </a:ext>
              </a:extLst>
            </p:cNvPr>
            <p:cNvSpPr txBox="1"/>
            <p:nvPr/>
          </p:nvSpPr>
          <p:spPr>
            <a:xfrm>
              <a:off x="7971968" y="13663384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s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76CBB0E5-8F18-9668-E54B-FE9C72FE309B}"/>
                </a:ext>
              </a:extLst>
            </p:cNvPr>
            <p:cNvSpPr txBox="1"/>
            <p:nvPr/>
          </p:nvSpPr>
          <p:spPr>
            <a:xfrm>
              <a:off x="5514181" y="17497803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Strange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E05A7361-49A2-B04B-8DDA-6B10DCE6C530}"/>
                    </a:ext>
                  </a:extLst>
                </p:cNvPr>
                <p:cNvSpPr txBox="1"/>
                <p:nvPr/>
              </p:nvSpPr>
              <p:spPr>
                <a:xfrm>
                  <a:off x="5323681" y="14236825"/>
                  <a:ext cx="1447800" cy="1244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E05A7361-49A2-B04B-8DDA-6B10DCE6C5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3681" y="14236825"/>
                  <a:ext cx="1447800" cy="124482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A9A6531D-935B-036E-2AF8-1161F190A854}"/>
                </a:ext>
              </a:extLst>
            </p:cNvPr>
            <p:cNvSpPr/>
            <p:nvPr/>
          </p:nvSpPr>
          <p:spPr>
            <a:xfrm>
              <a:off x="5503672" y="9549038"/>
              <a:ext cx="4178300" cy="41783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655BD5B-175B-4E31-ABE5-C4C6972E883C}"/>
                </a:ext>
              </a:extLst>
            </p:cNvPr>
            <p:cNvSpPr/>
            <p:nvPr/>
          </p:nvSpPr>
          <p:spPr>
            <a:xfrm>
              <a:off x="7541729" y="11582388"/>
              <a:ext cx="111600" cy="111600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63500" h="63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2476219D-D48C-03AE-0722-94568EEA0725}"/>
                </a:ext>
              </a:extLst>
            </p:cNvPr>
            <p:cNvSpPr txBox="1"/>
            <p:nvPr/>
          </p:nvSpPr>
          <p:spPr>
            <a:xfrm>
              <a:off x="7789103" y="9051683"/>
              <a:ext cx="124460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9900" i="1" dirty="0">
                  <a:latin typeface="Aptos ExtraBold" panose="020F0502020204030204" pitchFamily="34" charset="0"/>
                </a:rPr>
                <a:t>d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38FC8D39-3167-3060-4A09-2616BEE11541}"/>
                </a:ext>
              </a:extLst>
            </p:cNvPr>
            <p:cNvSpPr txBox="1"/>
            <p:nvPr/>
          </p:nvSpPr>
          <p:spPr>
            <a:xfrm>
              <a:off x="5503672" y="12886102"/>
              <a:ext cx="4178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000" dirty="0" err="1">
                  <a:latin typeface="Aptos Display" panose="020B0004020202020204" pitchFamily="34" charset="0"/>
                </a:rPr>
                <a:t>Down</a:t>
              </a:r>
              <a:endParaRPr lang="pt-PT" sz="40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CD1724B8-5FD1-A25A-959C-FD6D835B98A7}"/>
                    </a:ext>
                  </a:extLst>
                </p:cNvPr>
                <p:cNvSpPr txBox="1"/>
                <p:nvPr/>
              </p:nvSpPr>
              <p:spPr>
                <a:xfrm>
                  <a:off x="5313172" y="9625124"/>
                  <a:ext cx="1447800" cy="12493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40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40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4000" dirty="0">
                    <a:latin typeface="Aptos" panose="020B0004020202020204" pitchFamily="34" charset="0"/>
                  </a:endParaRPr>
                </a:p>
              </p:txBody>
            </p:sp>
          </mc:Choice>
          <mc:Fallback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CD1724B8-5FD1-A25A-959C-FD6D835B98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3172" y="9625124"/>
                  <a:ext cx="1447800" cy="124931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Agrupar 45">
              <a:extLst>
                <a:ext uri="{FF2B5EF4-FFF2-40B4-BE49-F238E27FC236}">
                  <a16:creationId xmlns:a16="http://schemas.microsoft.com/office/drawing/2014/main" id="{FA2C21E0-77A6-D879-3497-ACA24AA9F6CD}"/>
                </a:ext>
              </a:extLst>
            </p:cNvPr>
            <p:cNvGrpSpPr/>
            <p:nvPr/>
          </p:nvGrpSpPr>
          <p:grpSpPr>
            <a:xfrm>
              <a:off x="10459084" y="18289489"/>
              <a:ext cx="4182665" cy="4683622"/>
              <a:chOff x="12766107" y="19287360"/>
              <a:chExt cx="4182665" cy="4683622"/>
            </a:xfrm>
          </p:grpSpPr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375F4779-4456-F102-5789-BBB91E0A93FB}"/>
                  </a:ext>
                </a:extLst>
              </p:cNvPr>
              <p:cNvSpPr/>
              <p:nvPr/>
            </p:nvSpPr>
            <p:spPr>
              <a:xfrm>
                <a:off x="12770472" y="19792682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43AFB34-BB1C-9FC9-65A4-D5C967B34EB8}"/>
                  </a:ext>
                </a:extLst>
              </p:cNvPr>
              <p:cNvSpPr/>
              <p:nvPr/>
            </p:nvSpPr>
            <p:spPr>
              <a:xfrm>
                <a:off x="14457457" y="21484032"/>
                <a:ext cx="795600" cy="795600"/>
              </a:xfrm>
              <a:prstGeom prst="ellipse">
                <a:avLst/>
              </a:prstGeom>
              <a:solidFill>
                <a:srgbClr val="FF99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381000" h="3810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D602767B-67C4-AA1D-24FE-A3B783CB99E2}"/>
                  </a:ext>
                </a:extLst>
              </p:cNvPr>
              <p:cNvSpPr txBox="1"/>
              <p:nvPr/>
            </p:nvSpPr>
            <p:spPr>
              <a:xfrm>
                <a:off x="15425322" y="1928736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i="1" dirty="0">
                    <a:latin typeface="Aptos ExtraBold" panose="020F0502020204030204" pitchFamily="34" charset="0"/>
                  </a:rPr>
                  <a:t>τ</a:t>
                </a:r>
                <a:endParaRPr lang="pt-PT" sz="199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01892154-7A4C-1ADF-D83A-0D9ED562C3ED}"/>
                  </a:ext>
                </a:extLst>
              </p:cNvPr>
              <p:cNvSpPr txBox="1"/>
              <p:nvPr/>
            </p:nvSpPr>
            <p:spPr>
              <a:xfrm>
                <a:off x="12766107" y="2312177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>
                    <a:latin typeface="Aptos Display" panose="020B0004020202020204" pitchFamily="34" charset="0"/>
                  </a:rPr>
                  <a:t>Tau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216314C-E159-E485-7447-C14461C0C688}"/>
                  </a:ext>
                </a:extLst>
              </p:cNvPr>
              <p:cNvSpPr txBox="1"/>
              <p:nvPr/>
            </p:nvSpPr>
            <p:spPr>
              <a:xfrm>
                <a:off x="12947925" y="20138011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- 1</a:t>
                </a:r>
              </a:p>
            </p:txBody>
          </p:sp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98F1D9C9-6F5A-081D-D6F4-4AB6CA87304B}"/>
                </a:ext>
              </a:extLst>
            </p:cNvPr>
            <p:cNvGrpSpPr/>
            <p:nvPr/>
          </p:nvGrpSpPr>
          <p:grpSpPr>
            <a:xfrm>
              <a:off x="15048604" y="8991994"/>
              <a:ext cx="4558716" cy="4751855"/>
              <a:chOff x="3491764" y="23845439"/>
              <a:chExt cx="4558716" cy="4751855"/>
            </a:xfrm>
          </p:grpSpPr>
          <p:sp>
            <p:nvSpPr>
              <p:cNvPr id="53" name="Retângulo 52">
                <a:extLst>
                  <a:ext uri="{FF2B5EF4-FFF2-40B4-BE49-F238E27FC236}">
                    <a16:creationId xmlns:a16="http://schemas.microsoft.com/office/drawing/2014/main" id="{0C3B6641-DA9D-6E3C-0583-953928F65B34}"/>
                  </a:ext>
                </a:extLst>
              </p:cNvPr>
              <p:cNvSpPr/>
              <p:nvPr/>
            </p:nvSpPr>
            <p:spPr>
              <a:xfrm>
                <a:off x="3491764" y="24418994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8DE1DE8C-DBB7-BB76-7180-42BAC8BACA53}"/>
                  </a:ext>
                </a:extLst>
              </p:cNvPr>
              <p:cNvSpPr txBox="1"/>
              <p:nvPr/>
            </p:nvSpPr>
            <p:spPr>
              <a:xfrm>
                <a:off x="5872445" y="2384543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b="1" i="1" dirty="0">
                    <a:latin typeface="Aptos Serif" panose="020B0502040204020203" pitchFamily="18" charset="0"/>
                    <a:cs typeface="Aptos Serif" panose="020B0502040204020203" pitchFamily="18" charset="0"/>
                  </a:rPr>
                  <a:t>ν</a:t>
                </a:r>
                <a:endParaRPr lang="pt-PT" sz="19900" b="1" i="1" dirty="0">
                  <a:latin typeface="Aptos Serif" panose="020B0502040204020203" pitchFamily="18" charset="0"/>
                  <a:cs typeface="Aptos Serif" panose="020B0502040204020203" pitchFamily="18" charset="0"/>
                </a:endParaRPr>
              </a:p>
            </p:txBody>
          </p:sp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4D871494-D2A5-E93B-1E97-A53560C4BCDE}"/>
                  </a:ext>
                </a:extLst>
              </p:cNvPr>
              <p:cNvSpPr txBox="1"/>
              <p:nvPr/>
            </p:nvSpPr>
            <p:spPr>
              <a:xfrm>
                <a:off x="3491764" y="2775605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Electron</a:t>
                </a:r>
                <a:r>
                  <a:rPr lang="pt-PT" sz="4000" dirty="0">
                    <a:latin typeface="Aptos Display" panose="020B0004020202020204" pitchFamily="34" charset="0"/>
                  </a:rPr>
                  <a:t> Neutrino</a:t>
                </a:r>
              </a:p>
            </p:txBody>
          </p:sp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08C1CF5E-E770-794E-D86D-96DE488CBB96}"/>
                  </a:ext>
                </a:extLst>
              </p:cNvPr>
              <p:cNvSpPr txBox="1"/>
              <p:nvPr/>
            </p:nvSpPr>
            <p:spPr>
              <a:xfrm>
                <a:off x="6805880" y="25645574"/>
                <a:ext cx="1244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8000" i="1" dirty="0">
                    <a:latin typeface="Aptos ExtraBold" panose="020F0502020204030204" pitchFamily="34" charset="0"/>
                  </a:rPr>
                  <a:t>e</a:t>
                </a:r>
              </a:p>
            </p:txBody>
          </p: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D282202F-36D3-2220-420F-118DA1A5F31C}"/>
                  </a:ext>
                </a:extLst>
              </p:cNvPr>
              <p:cNvSpPr txBox="1"/>
              <p:nvPr/>
            </p:nvSpPr>
            <p:spPr>
              <a:xfrm>
                <a:off x="3707317" y="24778244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58" name="Agrupar 57">
              <a:extLst>
                <a:ext uri="{FF2B5EF4-FFF2-40B4-BE49-F238E27FC236}">
                  <a16:creationId xmlns:a16="http://schemas.microsoft.com/office/drawing/2014/main" id="{FAADD8F0-64F9-7796-921D-490389122787}"/>
                </a:ext>
              </a:extLst>
            </p:cNvPr>
            <p:cNvGrpSpPr/>
            <p:nvPr/>
          </p:nvGrpSpPr>
          <p:grpSpPr>
            <a:xfrm>
              <a:off x="15062650" y="13603513"/>
              <a:ext cx="4558716" cy="4751855"/>
              <a:chOff x="8130607" y="23845439"/>
              <a:chExt cx="4558716" cy="4751855"/>
            </a:xfrm>
          </p:grpSpPr>
          <p:sp>
            <p:nvSpPr>
              <p:cNvPr id="59" name="Retângulo 58">
                <a:extLst>
                  <a:ext uri="{FF2B5EF4-FFF2-40B4-BE49-F238E27FC236}">
                    <a16:creationId xmlns:a16="http://schemas.microsoft.com/office/drawing/2014/main" id="{49F079F5-0AF0-007F-61B6-AD298A5B0B69}"/>
                  </a:ext>
                </a:extLst>
              </p:cNvPr>
              <p:cNvSpPr/>
              <p:nvPr/>
            </p:nvSpPr>
            <p:spPr>
              <a:xfrm>
                <a:off x="8130607" y="24418994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6B0D7B87-370B-0D7D-1838-82DE43B081C5}"/>
                  </a:ext>
                </a:extLst>
              </p:cNvPr>
              <p:cNvSpPr txBox="1"/>
              <p:nvPr/>
            </p:nvSpPr>
            <p:spPr>
              <a:xfrm>
                <a:off x="8130607" y="2775605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Muon</a:t>
                </a:r>
                <a:r>
                  <a:rPr lang="pt-PT" sz="4000" dirty="0">
                    <a:latin typeface="Aptos Display" panose="020B0004020202020204" pitchFamily="34" charset="0"/>
                  </a:rPr>
                  <a:t> Neutrino</a:t>
                </a:r>
              </a:p>
            </p:txBody>
          </p:sp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4BF59D41-FCEC-3544-0E61-2CE224B01956}"/>
                  </a:ext>
                </a:extLst>
              </p:cNvPr>
              <p:cNvSpPr txBox="1"/>
              <p:nvPr/>
            </p:nvSpPr>
            <p:spPr>
              <a:xfrm>
                <a:off x="10511288" y="2384543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b="1" i="1" dirty="0">
                    <a:latin typeface="Aptos Serif" panose="020B0502040204020203" pitchFamily="18" charset="0"/>
                    <a:cs typeface="Aptos Serif" panose="020B0502040204020203" pitchFamily="18" charset="0"/>
                  </a:rPr>
                  <a:t>ν</a:t>
                </a:r>
                <a:endParaRPr lang="pt-PT" sz="19900" b="1" i="1" dirty="0">
                  <a:latin typeface="Aptos Serif" panose="020B0502040204020203" pitchFamily="18" charset="0"/>
                  <a:cs typeface="Aptos Serif" panose="020B0502040204020203" pitchFamily="18" charset="0"/>
                </a:endParaRPr>
              </a:p>
            </p:txBody>
          </p:sp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ED4ADE96-BDE6-917F-79AE-54060914CFAA}"/>
                  </a:ext>
                </a:extLst>
              </p:cNvPr>
              <p:cNvSpPr txBox="1"/>
              <p:nvPr/>
            </p:nvSpPr>
            <p:spPr>
              <a:xfrm>
                <a:off x="11444723" y="25645574"/>
                <a:ext cx="1244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8000" i="1" dirty="0">
                    <a:latin typeface="Aptos ExtraBold" panose="020F0502020204030204" pitchFamily="34" charset="0"/>
                    <a:cs typeface="Arial" panose="020B0604020202020204" pitchFamily="34" charset="0"/>
                  </a:rPr>
                  <a:t>μ</a:t>
                </a:r>
                <a:endParaRPr lang="pt-PT" sz="80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A75C0579-D522-DA1D-87F0-5E7B237CBAB0}"/>
                  </a:ext>
                </a:extLst>
              </p:cNvPr>
              <p:cNvSpPr txBox="1"/>
              <p:nvPr/>
            </p:nvSpPr>
            <p:spPr>
              <a:xfrm>
                <a:off x="8342756" y="24787430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64" name="Agrupar 63">
              <a:extLst>
                <a:ext uri="{FF2B5EF4-FFF2-40B4-BE49-F238E27FC236}">
                  <a16:creationId xmlns:a16="http://schemas.microsoft.com/office/drawing/2014/main" id="{C4BC4F53-F01F-49D5-4D1C-60FDE9E83CBF}"/>
                </a:ext>
              </a:extLst>
            </p:cNvPr>
            <p:cNvGrpSpPr/>
            <p:nvPr/>
          </p:nvGrpSpPr>
          <p:grpSpPr>
            <a:xfrm>
              <a:off x="15078776" y="18221715"/>
              <a:ext cx="4558716" cy="4751855"/>
              <a:chOff x="12766107" y="23845439"/>
              <a:chExt cx="4558716" cy="4751855"/>
            </a:xfrm>
          </p:grpSpPr>
          <p:sp>
            <p:nvSpPr>
              <p:cNvPr id="65" name="Retângulo 64">
                <a:extLst>
                  <a:ext uri="{FF2B5EF4-FFF2-40B4-BE49-F238E27FC236}">
                    <a16:creationId xmlns:a16="http://schemas.microsoft.com/office/drawing/2014/main" id="{D9654A49-2464-5776-E3D6-F18D8E08AFCC}"/>
                  </a:ext>
                </a:extLst>
              </p:cNvPr>
              <p:cNvSpPr/>
              <p:nvPr/>
            </p:nvSpPr>
            <p:spPr>
              <a:xfrm>
                <a:off x="12766107" y="24418994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E449C7D2-954A-DE28-6722-F771EAAA57D1}"/>
                  </a:ext>
                </a:extLst>
              </p:cNvPr>
              <p:cNvSpPr txBox="1"/>
              <p:nvPr/>
            </p:nvSpPr>
            <p:spPr>
              <a:xfrm>
                <a:off x="12766107" y="2775605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>
                    <a:latin typeface="Aptos Display" panose="020B0004020202020204" pitchFamily="34" charset="0"/>
                  </a:rPr>
                  <a:t>Tau Neutrino</a:t>
                </a:r>
              </a:p>
            </p:txBody>
          </p:sp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5D145FB3-3795-6869-8FE2-2883BFFBE62A}"/>
                  </a:ext>
                </a:extLst>
              </p:cNvPr>
              <p:cNvSpPr txBox="1"/>
              <p:nvPr/>
            </p:nvSpPr>
            <p:spPr>
              <a:xfrm>
                <a:off x="15146788" y="2384543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b="1" i="1" dirty="0">
                    <a:latin typeface="Aptos Serif" panose="020B0502040204020203" pitchFamily="18" charset="0"/>
                    <a:cs typeface="Aptos Serif" panose="020B0502040204020203" pitchFamily="18" charset="0"/>
                  </a:rPr>
                  <a:t>ν</a:t>
                </a:r>
                <a:endParaRPr lang="pt-PT" sz="19900" b="1" i="1" dirty="0">
                  <a:latin typeface="Aptos Serif" panose="020B0502040204020203" pitchFamily="18" charset="0"/>
                  <a:cs typeface="Aptos Serif" panose="020B0502040204020203" pitchFamily="18" charset="0"/>
                </a:endParaRPr>
              </a:p>
            </p:txBody>
          </p:sp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3C77EF0F-AB65-F08E-C0ED-BE0F84247282}"/>
                  </a:ext>
                </a:extLst>
              </p:cNvPr>
              <p:cNvSpPr txBox="1"/>
              <p:nvPr/>
            </p:nvSpPr>
            <p:spPr>
              <a:xfrm>
                <a:off x="16080223" y="25645574"/>
                <a:ext cx="1244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8000" i="1" dirty="0">
                    <a:latin typeface="Aptos ExtraBold" panose="020F0502020204030204" pitchFamily="34" charset="0"/>
                  </a:rPr>
                  <a:t>τ</a:t>
                </a:r>
                <a:endParaRPr lang="pt-PT" sz="80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01922C4F-D793-08EF-4BD6-2EE08B8EEF3C}"/>
                  </a:ext>
                </a:extLst>
              </p:cNvPr>
              <p:cNvSpPr txBox="1"/>
              <p:nvPr/>
            </p:nvSpPr>
            <p:spPr>
              <a:xfrm>
                <a:off x="12986025" y="24786211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70" name="Agrupar 69">
              <a:extLst>
                <a:ext uri="{FF2B5EF4-FFF2-40B4-BE49-F238E27FC236}">
                  <a16:creationId xmlns:a16="http://schemas.microsoft.com/office/drawing/2014/main" id="{AAB85EB2-AC38-1338-865C-96DDF89A7D7A}"/>
                </a:ext>
              </a:extLst>
            </p:cNvPr>
            <p:cNvGrpSpPr/>
            <p:nvPr/>
          </p:nvGrpSpPr>
          <p:grpSpPr>
            <a:xfrm>
              <a:off x="10425165" y="13671797"/>
              <a:ext cx="4181704" cy="4684841"/>
              <a:chOff x="8127203" y="19287360"/>
              <a:chExt cx="4181704" cy="4684841"/>
            </a:xfrm>
          </p:grpSpPr>
          <p:sp>
            <p:nvSpPr>
              <p:cNvPr id="71" name="Retângulo 70">
                <a:extLst>
                  <a:ext uri="{FF2B5EF4-FFF2-40B4-BE49-F238E27FC236}">
                    <a16:creationId xmlns:a16="http://schemas.microsoft.com/office/drawing/2014/main" id="{BFE5C29C-B3D9-F52A-8C0B-3E583650B91D}"/>
                  </a:ext>
                </a:extLst>
              </p:cNvPr>
              <p:cNvSpPr/>
              <p:nvPr/>
            </p:nvSpPr>
            <p:spPr>
              <a:xfrm>
                <a:off x="8127203" y="19793901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FE508A64-6DB2-3DED-46A5-B66126A33191}"/>
                  </a:ext>
                </a:extLst>
              </p:cNvPr>
              <p:cNvSpPr txBox="1"/>
              <p:nvPr/>
            </p:nvSpPr>
            <p:spPr>
              <a:xfrm>
                <a:off x="10470406" y="1928736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i="1" dirty="0">
                    <a:latin typeface="Aptos ExtraBold" panose="020F0502020204030204" pitchFamily="34" charset="0"/>
                  </a:rPr>
                  <a:t>μ</a:t>
                </a:r>
                <a:endParaRPr lang="pt-PT" sz="199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FAAF7434-8B7D-B47C-DC55-F56301F08A30}"/>
                  </a:ext>
                </a:extLst>
              </p:cNvPr>
              <p:cNvSpPr txBox="1"/>
              <p:nvPr/>
            </p:nvSpPr>
            <p:spPr>
              <a:xfrm>
                <a:off x="8130607" y="2312177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Muon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5E86E2C5-B8E4-44B0-9619-179D5FF4F06D}"/>
                  </a:ext>
                </a:extLst>
              </p:cNvPr>
              <p:cNvSpPr txBox="1"/>
              <p:nvPr/>
            </p:nvSpPr>
            <p:spPr>
              <a:xfrm>
                <a:off x="8304656" y="20139230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- 1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AFB59694-C3ED-C539-9072-A6BC795B4221}"/>
                  </a:ext>
                </a:extLst>
              </p:cNvPr>
              <p:cNvSpPr/>
              <p:nvPr/>
            </p:nvSpPr>
            <p:spPr>
              <a:xfrm>
                <a:off x="10051902" y="21716584"/>
                <a:ext cx="309600" cy="309600"/>
              </a:xfrm>
              <a:prstGeom prst="ellipse">
                <a:avLst/>
              </a:prstGeom>
              <a:solidFill>
                <a:srgbClr val="FF99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58750" h="15875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76" name="Agrupar 75">
              <a:extLst>
                <a:ext uri="{FF2B5EF4-FFF2-40B4-BE49-F238E27FC236}">
                  <a16:creationId xmlns:a16="http://schemas.microsoft.com/office/drawing/2014/main" id="{B9A46F97-3C97-8562-2B90-0359EE7786FC}"/>
                </a:ext>
              </a:extLst>
            </p:cNvPr>
            <p:cNvGrpSpPr/>
            <p:nvPr/>
          </p:nvGrpSpPr>
          <p:grpSpPr>
            <a:xfrm>
              <a:off x="20398104" y="13680349"/>
              <a:ext cx="4216583" cy="4675655"/>
              <a:chOff x="20566550" y="11863159"/>
              <a:chExt cx="4216583" cy="4675655"/>
            </a:xfrm>
          </p:grpSpPr>
          <p:sp>
            <p:nvSpPr>
              <p:cNvPr id="77" name="Retângulo 76">
                <a:extLst>
                  <a:ext uri="{FF2B5EF4-FFF2-40B4-BE49-F238E27FC236}">
                    <a16:creationId xmlns:a16="http://schemas.microsoft.com/office/drawing/2014/main" id="{BFC4C8D3-FA98-6307-F517-0993A9F21789}"/>
                  </a:ext>
                </a:extLst>
              </p:cNvPr>
              <p:cNvSpPr/>
              <p:nvPr/>
            </p:nvSpPr>
            <p:spPr>
              <a:xfrm>
                <a:off x="20604833" y="12360514"/>
                <a:ext cx="4178300" cy="4178300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06CAB0D-2502-ECB6-868D-B2165BE51446}"/>
                  </a:ext>
                </a:extLst>
              </p:cNvPr>
              <p:cNvSpPr/>
              <p:nvPr/>
            </p:nvSpPr>
            <p:spPr>
              <a:xfrm>
                <a:off x="21174300" y="12814324"/>
                <a:ext cx="2962800" cy="2962800"/>
              </a:xfrm>
              <a:prstGeom prst="ellipse">
                <a:avLst/>
              </a:prstGeom>
              <a:solidFill>
                <a:srgbClr val="FF6699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492250" h="149225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6C238293-442D-F061-5E93-CF3704AEE3AF}"/>
                  </a:ext>
                </a:extLst>
              </p:cNvPr>
              <p:cNvSpPr txBox="1"/>
              <p:nvPr/>
            </p:nvSpPr>
            <p:spPr>
              <a:xfrm>
                <a:off x="22851981" y="1186315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Z</a:t>
                </a:r>
              </a:p>
            </p:txBody>
          </p:sp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244A5E0D-9197-C729-29BE-7D58DF9508F0}"/>
                  </a:ext>
                </a:extLst>
              </p:cNvPr>
              <p:cNvSpPr txBox="1"/>
              <p:nvPr/>
            </p:nvSpPr>
            <p:spPr>
              <a:xfrm>
                <a:off x="20566550" y="1569757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>
                    <a:latin typeface="Aptos Display" panose="020B0004020202020204" pitchFamily="34" charset="0"/>
                  </a:rPr>
                  <a:t>Z </a:t>
                </a:r>
                <a:r>
                  <a:rPr lang="pt-PT" sz="4000" dirty="0" err="1">
                    <a:latin typeface="Aptos Display" panose="020B0004020202020204" pitchFamily="34" charset="0"/>
                  </a:rPr>
                  <a:t>Boson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F8B9BFD9-FE31-5E0F-A908-DED9E9D1795E}"/>
                  </a:ext>
                </a:extLst>
              </p:cNvPr>
              <p:cNvSpPr txBox="1"/>
              <p:nvPr/>
            </p:nvSpPr>
            <p:spPr>
              <a:xfrm>
                <a:off x="20808523" y="12719764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82" name="Agrupar 81">
              <a:extLst>
                <a:ext uri="{FF2B5EF4-FFF2-40B4-BE49-F238E27FC236}">
                  <a16:creationId xmlns:a16="http://schemas.microsoft.com/office/drawing/2014/main" id="{37A3CA6A-34C2-D818-BA1B-ED5A196047C4}"/>
                </a:ext>
              </a:extLst>
            </p:cNvPr>
            <p:cNvGrpSpPr/>
            <p:nvPr/>
          </p:nvGrpSpPr>
          <p:grpSpPr>
            <a:xfrm>
              <a:off x="20397973" y="9046069"/>
              <a:ext cx="4178430" cy="4668364"/>
              <a:chOff x="20566420" y="7228880"/>
              <a:chExt cx="4178430" cy="4668364"/>
            </a:xfrm>
          </p:grpSpPr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id="{1899F129-153C-6B89-ED2B-1401F02D2961}"/>
                  </a:ext>
                </a:extLst>
              </p:cNvPr>
              <p:cNvSpPr/>
              <p:nvPr/>
            </p:nvSpPr>
            <p:spPr>
              <a:xfrm>
                <a:off x="20566420" y="7718944"/>
                <a:ext cx="4178300" cy="4178300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39E0166F-6EF3-2B5E-88F5-C1F0995FD20E}"/>
                  </a:ext>
                </a:extLst>
              </p:cNvPr>
              <p:cNvSpPr txBox="1"/>
              <p:nvPr/>
            </p:nvSpPr>
            <p:spPr>
              <a:xfrm>
                <a:off x="22966281" y="722888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19900" i="1" dirty="0">
                    <a:latin typeface="Aptos ExtraBold" panose="020F0502020204030204" pitchFamily="34" charset="0"/>
                  </a:rPr>
                  <a:t>γ</a:t>
                </a:r>
                <a:endParaRPr lang="pt-PT" sz="19900" i="1" dirty="0">
                  <a:latin typeface="Aptos ExtraBold" panose="020F0502020204030204" pitchFamily="34" charset="0"/>
                </a:endParaRPr>
              </a:p>
            </p:txBody>
          </p:sp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A9EFEE62-A3E9-D645-8267-A4C5278FBD79}"/>
                  </a:ext>
                </a:extLst>
              </p:cNvPr>
              <p:cNvSpPr txBox="1"/>
              <p:nvPr/>
            </p:nvSpPr>
            <p:spPr>
              <a:xfrm>
                <a:off x="20566550" y="1106329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Photon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00C1AF3D-27DD-9019-A160-AF7E301B6C8B}"/>
                  </a:ext>
                </a:extLst>
              </p:cNvPr>
              <p:cNvSpPr txBox="1"/>
              <p:nvPr/>
            </p:nvSpPr>
            <p:spPr>
              <a:xfrm>
                <a:off x="20790087" y="8085485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87" name="Agrupar 86">
              <a:extLst>
                <a:ext uri="{FF2B5EF4-FFF2-40B4-BE49-F238E27FC236}">
                  <a16:creationId xmlns:a16="http://schemas.microsoft.com/office/drawing/2014/main" id="{28BB3004-55EE-FA45-29E9-8A229230926E}"/>
                </a:ext>
              </a:extLst>
            </p:cNvPr>
            <p:cNvGrpSpPr/>
            <p:nvPr/>
          </p:nvGrpSpPr>
          <p:grpSpPr>
            <a:xfrm>
              <a:off x="25034465" y="9039085"/>
              <a:ext cx="4178458" cy="4675655"/>
              <a:chOff x="29862542" y="7228880"/>
              <a:chExt cx="4178458" cy="4675655"/>
            </a:xfrm>
          </p:grpSpPr>
          <p:sp>
            <p:nvSpPr>
              <p:cNvPr id="88" name="Retângulo 87">
                <a:extLst>
                  <a:ext uri="{FF2B5EF4-FFF2-40B4-BE49-F238E27FC236}">
                    <a16:creationId xmlns:a16="http://schemas.microsoft.com/office/drawing/2014/main" id="{FBDBEB4C-C70A-3897-CE6A-9EC9156AAAFC}"/>
                  </a:ext>
                </a:extLst>
              </p:cNvPr>
              <p:cNvSpPr/>
              <p:nvPr/>
            </p:nvSpPr>
            <p:spPr>
              <a:xfrm>
                <a:off x="29862542" y="7726235"/>
                <a:ext cx="4178300" cy="4178300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93E13801-6451-14FD-5682-754013999FB9}"/>
                  </a:ext>
                </a:extLst>
              </p:cNvPr>
              <p:cNvSpPr txBox="1"/>
              <p:nvPr/>
            </p:nvSpPr>
            <p:spPr>
              <a:xfrm>
                <a:off x="32307682" y="722888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g</a:t>
                </a:r>
              </a:p>
            </p:txBody>
          </p:sp>
          <p:sp>
            <p:nvSpPr>
              <p:cNvPr id="90" name="CaixaDeTexto 89">
                <a:extLst>
                  <a:ext uri="{FF2B5EF4-FFF2-40B4-BE49-F238E27FC236}">
                    <a16:creationId xmlns:a16="http://schemas.microsoft.com/office/drawing/2014/main" id="{50D07E7D-4CF1-58BB-4BEB-2BA483B77443}"/>
                  </a:ext>
                </a:extLst>
              </p:cNvPr>
              <p:cNvSpPr txBox="1"/>
              <p:nvPr/>
            </p:nvSpPr>
            <p:spPr>
              <a:xfrm>
                <a:off x="29862700" y="1106329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Gluon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37EEFA51-A571-AF58-9999-BFF1D8541D8C}"/>
                  </a:ext>
                </a:extLst>
              </p:cNvPr>
              <p:cNvSpPr txBox="1"/>
              <p:nvPr/>
            </p:nvSpPr>
            <p:spPr>
              <a:xfrm>
                <a:off x="30054465" y="8053538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A7C664AD-DB69-7017-68C4-AC3C09FB82C6}"/>
                </a:ext>
              </a:extLst>
            </p:cNvPr>
            <p:cNvGrpSpPr/>
            <p:nvPr/>
          </p:nvGrpSpPr>
          <p:grpSpPr>
            <a:xfrm>
              <a:off x="25036906" y="13678625"/>
              <a:ext cx="4178458" cy="4675655"/>
              <a:chOff x="29767292" y="11863159"/>
              <a:chExt cx="4178458" cy="4675655"/>
            </a:xfrm>
          </p:grpSpPr>
          <p:sp>
            <p:nvSpPr>
              <p:cNvPr id="105" name="Retângulo 104">
                <a:extLst>
                  <a:ext uri="{FF2B5EF4-FFF2-40B4-BE49-F238E27FC236}">
                    <a16:creationId xmlns:a16="http://schemas.microsoft.com/office/drawing/2014/main" id="{C76EC738-9A90-DCF9-1DE2-45F4B3730888}"/>
                  </a:ext>
                </a:extLst>
              </p:cNvPr>
              <p:cNvSpPr/>
              <p:nvPr/>
            </p:nvSpPr>
            <p:spPr>
              <a:xfrm>
                <a:off x="29767292" y="12360514"/>
                <a:ext cx="4178300" cy="4178300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1EAE64F8-E611-919B-5AE5-110C6CB56069}"/>
                  </a:ext>
                </a:extLst>
              </p:cNvPr>
              <p:cNvSpPr txBox="1"/>
              <p:nvPr/>
            </p:nvSpPr>
            <p:spPr>
              <a:xfrm>
                <a:off x="29767450" y="15697578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>
                    <a:latin typeface="Aptos Display" panose="020B0004020202020204" pitchFamily="34" charset="0"/>
                  </a:rPr>
                  <a:t>W </a:t>
                </a:r>
                <a:r>
                  <a:rPr lang="pt-PT" sz="4000" dirty="0" err="1">
                    <a:latin typeface="Aptos Display" panose="020B0004020202020204" pitchFamily="34" charset="0"/>
                  </a:rPr>
                  <a:t>Boson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82ADD467-2479-726B-4170-559C9B54CE57}"/>
                  </a:ext>
                </a:extLst>
              </p:cNvPr>
              <p:cNvSpPr/>
              <p:nvPr/>
            </p:nvSpPr>
            <p:spPr>
              <a:xfrm>
                <a:off x="30507862" y="12878419"/>
                <a:ext cx="2840400" cy="2840400"/>
              </a:xfrm>
              <a:prstGeom prst="ellipse">
                <a:avLst/>
              </a:prstGeom>
              <a:solidFill>
                <a:srgbClr val="FF6699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397000" h="13970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8A7A3C95-B4D7-0111-7001-C9D4B6AF8A78}"/>
                  </a:ext>
                </a:extLst>
              </p:cNvPr>
              <p:cNvSpPr txBox="1"/>
              <p:nvPr/>
            </p:nvSpPr>
            <p:spPr>
              <a:xfrm>
                <a:off x="31062281" y="11863159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W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CaixaDeTexto 108">
                    <a:extLst>
                      <a:ext uri="{FF2B5EF4-FFF2-40B4-BE49-F238E27FC236}">
                        <a16:creationId xmlns:a16="http://schemas.microsoft.com/office/drawing/2014/main" id="{705B55BA-0C05-AF94-F750-F08E2728EBC0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2101" y="12705843"/>
                    <a:ext cx="1447800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pt-PT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 </m:t>
                        </m:r>
                      </m:oMath>
                    </a14:m>
                    <a:r>
                      <a:rPr lang="pt-PT" sz="4000" dirty="0">
                        <a:latin typeface="Aptos" panose="020B0004020202020204" pitchFamily="34" charset="0"/>
                      </a:rPr>
                      <a:t>1</a:t>
                    </a:r>
                  </a:p>
                </p:txBody>
              </p:sp>
            </mc:Choice>
            <mc:Fallback xmlns="">
              <p:sp>
                <p:nvSpPr>
                  <p:cNvPr id="109" name="CaixaDeTexto 108">
                    <a:extLst>
                      <a:ext uri="{FF2B5EF4-FFF2-40B4-BE49-F238E27FC236}">
                        <a16:creationId xmlns:a16="http://schemas.microsoft.com/office/drawing/2014/main" id="{705B55BA-0C05-AF94-F750-F08E2728EB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42101" y="12705843"/>
                    <a:ext cx="1447800" cy="707886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15517" b="-36207"/>
                    </a:stretch>
                  </a:blipFill>
                </p:spPr>
                <p:txBody>
                  <a:bodyPr/>
                  <a:lstStyle/>
                  <a:p>
                    <a:r>
                      <a:rPr lang="pt-P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0" name="Agrupar 109">
              <a:extLst>
                <a:ext uri="{FF2B5EF4-FFF2-40B4-BE49-F238E27FC236}">
                  <a16:creationId xmlns:a16="http://schemas.microsoft.com/office/drawing/2014/main" id="{D807586A-184E-97B6-EAA1-50381A9E7E53}"/>
                </a:ext>
              </a:extLst>
            </p:cNvPr>
            <p:cNvGrpSpPr/>
            <p:nvPr/>
          </p:nvGrpSpPr>
          <p:grpSpPr>
            <a:xfrm>
              <a:off x="29615375" y="9027063"/>
              <a:ext cx="4216583" cy="4675655"/>
              <a:chOff x="20566420" y="17085527"/>
              <a:chExt cx="4216583" cy="4675655"/>
            </a:xfrm>
          </p:grpSpPr>
          <p:sp>
            <p:nvSpPr>
              <p:cNvPr id="111" name="Retângulo 110">
                <a:extLst>
                  <a:ext uri="{FF2B5EF4-FFF2-40B4-BE49-F238E27FC236}">
                    <a16:creationId xmlns:a16="http://schemas.microsoft.com/office/drawing/2014/main" id="{EC193F84-CDA5-F959-0D0F-ABE95BBAAD56}"/>
                  </a:ext>
                </a:extLst>
              </p:cNvPr>
              <p:cNvSpPr/>
              <p:nvPr/>
            </p:nvSpPr>
            <p:spPr>
              <a:xfrm>
                <a:off x="20604703" y="17582882"/>
                <a:ext cx="4178300" cy="4178300"/>
              </a:xfrm>
              <a:prstGeom prst="rect">
                <a:avLst/>
              </a:prstGeom>
              <a:solidFill>
                <a:srgbClr val="6699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8AD1B3F5-DEC0-BEA7-AA48-1BAA2B886846}"/>
                  </a:ext>
                </a:extLst>
              </p:cNvPr>
              <p:cNvSpPr/>
              <p:nvPr/>
            </p:nvSpPr>
            <p:spPr>
              <a:xfrm>
                <a:off x="21008570" y="18025032"/>
                <a:ext cx="3294000" cy="3294000"/>
              </a:xfrm>
              <a:prstGeom prst="ellipse">
                <a:avLst/>
              </a:prstGeom>
              <a:solidFill>
                <a:srgbClr val="FFFF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1492250" h="149225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3" name="CaixaDeTexto 112">
                <a:extLst>
                  <a:ext uri="{FF2B5EF4-FFF2-40B4-BE49-F238E27FC236}">
                    <a16:creationId xmlns:a16="http://schemas.microsoft.com/office/drawing/2014/main" id="{E6DA1ABA-D779-E5AE-D312-B496C141023B}"/>
                  </a:ext>
                </a:extLst>
              </p:cNvPr>
              <p:cNvSpPr txBox="1"/>
              <p:nvPr/>
            </p:nvSpPr>
            <p:spPr>
              <a:xfrm>
                <a:off x="22586378" y="17085527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H</a:t>
                </a:r>
              </a:p>
            </p:txBody>
          </p:sp>
          <p:sp>
            <p:nvSpPr>
              <p:cNvPr id="114" name="CaixaDeTexto 113">
                <a:extLst>
                  <a:ext uri="{FF2B5EF4-FFF2-40B4-BE49-F238E27FC236}">
                    <a16:creationId xmlns:a16="http://schemas.microsoft.com/office/drawing/2014/main" id="{96050610-4CB3-2EEB-C243-2A405B69F395}"/>
                  </a:ext>
                </a:extLst>
              </p:cNvPr>
              <p:cNvSpPr txBox="1"/>
              <p:nvPr/>
            </p:nvSpPr>
            <p:spPr>
              <a:xfrm>
                <a:off x="20566420" y="20919946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Higgs</a:t>
                </a:r>
                <a:r>
                  <a:rPr lang="pt-PT" sz="4000" dirty="0">
                    <a:latin typeface="Aptos Display" panose="020B0004020202020204" pitchFamily="34" charset="0"/>
                  </a:rPr>
                  <a:t> </a:t>
                </a:r>
                <a:r>
                  <a:rPr lang="pt-PT" sz="4000" dirty="0" err="1">
                    <a:latin typeface="Aptos Display" panose="020B0004020202020204" pitchFamily="34" charset="0"/>
                  </a:rPr>
                  <a:t>Boson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101CB86D-FA11-BC6B-5140-FA04314F8C1F}"/>
                  </a:ext>
                </a:extLst>
              </p:cNvPr>
              <p:cNvSpPr txBox="1"/>
              <p:nvPr/>
            </p:nvSpPr>
            <p:spPr>
              <a:xfrm>
                <a:off x="20808393" y="17942132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0</a:t>
                </a:r>
              </a:p>
            </p:txBody>
          </p:sp>
        </p:grp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FC2B0098-0FBC-E40C-9E22-0C55B165C3F2}"/>
                </a:ext>
              </a:extLst>
            </p:cNvPr>
            <p:cNvGrpSpPr/>
            <p:nvPr/>
          </p:nvGrpSpPr>
          <p:grpSpPr>
            <a:xfrm>
              <a:off x="10423372" y="9038736"/>
              <a:ext cx="4178300" cy="4683622"/>
              <a:chOff x="3491764" y="19287360"/>
              <a:chExt cx="4178300" cy="4683622"/>
            </a:xfrm>
          </p:grpSpPr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D9A34C71-4708-906C-4024-F8B89DBD0796}"/>
                  </a:ext>
                </a:extLst>
              </p:cNvPr>
              <p:cNvSpPr/>
              <p:nvPr/>
            </p:nvSpPr>
            <p:spPr>
              <a:xfrm>
                <a:off x="3491764" y="19792682"/>
                <a:ext cx="4178300" cy="4178300"/>
              </a:xfrm>
              <a:prstGeom prst="rect">
                <a:avLst/>
              </a:prstGeom>
              <a:solidFill>
                <a:srgbClr val="33CCFF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95E8CFD-69D5-67A5-5CD8-FCCEB673AA27}"/>
                  </a:ext>
                </a:extLst>
              </p:cNvPr>
              <p:cNvSpPr/>
              <p:nvPr/>
            </p:nvSpPr>
            <p:spPr>
              <a:xfrm>
                <a:off x="5478520" y="21881832"/>
                <a:ext cx="54000" cy="54000"/>
              </a:xfrm>
              <a:prstGeom prst="ellipse">
                <a:avLst/>
              </a:prstGeom>
              <a:solidFill>
                <a:srgbClr val="FF9966">
                  <a:alpha val="60000"/>
                </a:srgb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prstMaterial="plastic">
                <a:bevelT w="25400" h="254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5164F3EE-A138-43E0-A5CC-07751BA7A8EF}"/>
                  </a:ext>
                </a:extLst>
              </p:cNvPr>
              <p:cNvSpPr txBox="1"/>
              <p:nvPr/>
            </p:nvSpPr>
            <p:spPr>
              <a:xfrm>
                <a:off x="5891495" y="19287360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9900" i="1" dirty="0">
                    <a:latin typeface="Aptos ExtraBold" panose="020F0502020204030204" pitchFamily="34" charset="0"/>
                  </a:rPr>
                  <a:t>e</a:t>
                </a:r>
              </a:p>
            </p:txBody>
          </p:sp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BA356830-17E4-E42B-7301-4E7E76BDCF5D}"/>
                  </a:ext>
                </a:extLst>
              </p:cNvPr>
              <p:cNvSpPr txBox="1"/>
              <p:nvPr/>
            </p:nvSpPr>
            <p:spPr>
              <a:xfrm>
                <a:off x="3491764" y="23121779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4000" dirty="0" err="1">
                    <a:latin typeface="Aptos Display" panose="020B0004020202020204" pitchFamily="34" charset="0"/>
                  </a:rPr>
                  <a:t>Electron</a:t>
                </a:r>
                <a:endParaRPr lang="pt-PT" sz="40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2C0D21BF-2D7B-B894-CD8D-252D73A1AB54}"/>
                  </a:ext>
                </a:extLst>
              </p:cNvPr>
              <p:cNvSpPr txBox="1"/>
              <p:nvPr/>
            </p:nvSpPr>
            <p:spPr>
              <a:xfrm>
                <a:off x="3669217" y="20130044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4000" dirty="0">
                    <a:latin typeface="Aptos" panose="020B0004020202020204" pitchFamily="34" charset="0"/>
                  </a:rPr>
                  <a:t>- 1</a:t>
                </a:r>
              </a:p>
            </p:txBody>
          </p:sp>
        </p:grpSp>
        <p:sp>
          <p:nvSpPr>
            <p:cNvPr id="134" name="Parêntese esquerdo 133">
              <a:extLst>
                <a:ext uri="{FF2B5EF4-FFF2-40B4-BE49-F238E27FC236}">
                  <a16:creationId xmlns:a16="http://schemas.microsoft.com/office/drawing/2014/main" id="{CA10C7C4-09DE-A74C-DE4D-B8F69E5FF3B5}"/>
                </a:ext>
              </a:extLst>
            </p:cNvPr>
            <p:cNvSpPr/>
            <p:nvPr/>
          </p:nvSpPr>
          <p:spPr>
            <a:xfrm rot="5400000">
              <a:off x="9712846" y="-305134"/>
              <a:ext cx="676096" cy="18352020"/>
            </a:xfrm>
            <a:prstGeom prst="leftBracket">
              <a:avLst>
                <a:gd name="adj" fmla="val 149215"/>
              </a:avLst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5" name="CaixaDeTexto 134">
              <a:extLst>
                <a:ext uri="{FF2B5EF4-FFF2-40B4-BE49-F238E27FC236}">
                  <a16:creationId xmlns:a16="http://schemas.microsoft.com/office/drawing/2014/main" id="{7ACE82A3-4BBE-2D0C-1CF8-63BC55DF4A6D}"/>
                </a:ext>
              </a:extLst>
            </p:cNvPr>
            <p:cNvSpPr txBox="1"/>
            <p:nvPr/>
          </p:nvSpPr>
          <p:spPr>
            <a:xfrm>
              <a:off x="874884" y="7317622"/>
              <a:ext cx="1835202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8000" dirty="0" err="1">
                  <a:latin typeface="Aptos ExtraBold" panose="020B0004020202020204" pitchFamily="34" charset="0"/>
                </a:rPr>
                <a:t>Fermions</a:t>
              </a:r>
              <a:endParaRPr lang="pt-PT" dirty="0">
                <a:latin typeface="Aptos ExtraBold" panose="020B0004020202020204" pitchFamily="34" charset="0"/>
              </a:endParaRPr>
            </a:p>
          </p:txBody>
        </p:sp>
        <p:sp>
          <p:nvSpPr>
            <p:cNvPr id="138" name="Parêntese esquerdo 137">
              <a:extLst>
                <a:ext uri="{FF2B5EF4-FFF2-40B4-BE49-F238E27FC236}">
                  <a16:creationId xmlns:a16="http://schemas.microsoft.com/office/drawing/2014/main" id="{9E0593F0-C692-9387-88AB-C17E2C6FC376}"/>
                </a:ext>
              </a:extLst>
            </p:cNvPr>
            <p:cNvSpPr/>
            <p:nvPr/>
          </p:nvSpPr>
          <p:spPr>
            <a:xfrm rot="16200000">
              <a:off x="4956928" y="19169721"/>
              <a:ext cx="676096" cy="8816028"/>
            </a:xfrm>
            <a:prstGeom prst="leftBracket">
              <a:avLst>
                <a:gd name="adj" fmla="val 149215"/>
              </a:avLst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9" name="CaixaDeTexto 138">
              <a:extLst>
                <a:ext uri="{FF2B5EF4-FFF2-40B4-BE49-F238E27FC236}">
                  <a16:creationId xmlns:a16="http://schemas.microsoft.com/office/drawing/2014/main" id="{5A31E1ED-07D2-6882-3207-0684735FF36A}"/>
                </a:ext>
              </a:extLst>
            </p:cNvPr>
            <p:cNvSpPr txBox="1"/>
            <p:nvPr/>
          </p:nvSpPr>
          <p:spPr>
            <a:xfrm>
              <a:off x="886962" y="23930736"/>
              <a:ext cx="881602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6000" dirty="0">
                  <a:latin typeface="Aptos ExtraBold" panose="020B0004020202020204" pitchFamily="34" charset="0"/>
                </a:rPr>
                <a:t>Quarks</a:t>
              </a:r>
              <a:endParaRPr lang="pt-PT" sz="1200" dirty="0">
                <a:latin typeface="Aptos ExtraBold" panose="020B0004020202020204" pitchFamily="34" charset="0"/>
              </a:endParaRPr>
            </a:p>
          </p:txBody>
        </p:sp>
        <p:sp>
          <p:nvSpPr>
            <p:cNvPr id="149" name="Parêntese esquerdo 148">
              <a:extLst>
                <a:ext uri="{FF2B5EF4-FFF2-40B4-BE49-F238E27FC236}">
                  <a16:creationId xmlns:a16="http://schemas.microsoft.com/office/drawing/2014/main" id="{558430A3-3CBF-CE46-C54C-82B4C7349CBA}"/>
                </a:ext>
              </a:extLst>
            </p:cNvPr>
            <p:cNvSpPr/>
            <p:nvPr/>
          </p:nvSpPr>
          <p:spPr>
            <a:xfrm rot="16200000">
              <a:off x="14499010" y="19167979"/>
              <a:ext cx="676096" cy="8816028"/>
            </a:xfrm>
            <a:prstGeom prst="leftBracket">
              <a:avLst>
                <a:gd name="adj" fmla="val 149215"/>
              </a:avLst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05BC1C7E-5ECB-884E-FA5A-583C134C0FD5}"/>
                </a:ext>
              </a:extLst>
            </p:cNvPr>
            <p:cNvSpPr txBox="1"/>
            <p:nvPr/>
          </p:nvSpPr>
          <p:spPr>
            <a:xfrm>
              <a:off x="10429044" y="23928994"/>
              <a:ext cx="881602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6000" dirty="0" err="1">
                  <a:latin typeface="Aptos ExtraBold" panose="020B0004020202020204" pitchFamily="34" charset="0"/>
                </a:rPr>
                <a:t>Leptons</a:t>
              </a:r>
              <a:endParaRPr lang="pt-PT" sz="1200" dirty="0">
                <a:latin typeface="Aptos ExtraBold" panose="020B0004020202020204" pitchFamily="34" charset="0"/>
              </a:endParaRPr>
            </a:p>
          </p:txBody>
        </p:sp>
        <p:sp>
          <p:nvSpPr>
            <p:cNvPr id="152" name="Parêntese esquerdo 151">
              <a:extLst>
                <a:ext uri="{FF2B5EF4-FFF2-40B4-BE49-F238E27FC236}">
                  <a16:creationId xmlns:a16="http://schemas.microsoft.com/office/drawing/2014/main" id="{A1ADB071-36A1-5A69-11D9-B756954F0AAD}"/>
                </a:ext>
              </a:extLst>
            </p:cNvPr>
            <p:cNvSpPr/>
            <p:nvPr/>
          </p:nvSpPr>
          <p:spPr>
            <a:xfrm rot="16200000">
              <a:off x="24467939" y="14711018"/>
              <a:ext cx="676096" cy="8816028"/>
            </a:xfrm>
            <a:prstGeom prst="leftBracket">
              <a:avLst>
                <a:gd name="adj" fmla="val 149215"/>
              </a:avLst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119E7D5B-D132-CFD9-9045-C57DD9B2DCF7}"/>
                </a:ext>
              </a:extLst>
            </p:cNvPr>
            <p:cNvSpPr txBox="1"/>
            <p:nvPr/>
          </p:nvSpPr>
          <p:spPr>
            <a:xfrm>
              <a:off x="20397973" y="19472033"/>
              <a:ext cx="881602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6000" dirty="0" err="1">
                  <a:latin typeface="Aptos ExtraBold" panose="020B0004020202020204" pitchFamily="34" charset="0"/>
                </a:rPr>
                <a:t>Vector</a:t>
              </a:r>
              <a:r>
                <a:rPr lang="pt-PT" sz="6000" dirty="0">
                  <a:latin typeface="Aptos ExtraBold" panose="020B0004020202020204" pitchFamily="34" charset="0"/>
                </a:rPr>
                <a:t> </a:t>
              </a:r>
              <a:r>
                <a:rPr lang="pt-PT" sz="6000" dirty="0" err="1">
                  <a:latin typeface="Aptos ExtraBold" panose="020B0004020202020204" pitchFamily="34" charset="0"/>
                </a:rPr>
                <a:t>Bosons</a:t>
              </a:r>
              <a:endParaRPr lang="pt-PT" sz="1200" dirty="0">
                <a:latin typeface="Aptos ExtraBold" panose="020B0004020202020204" pitchFamily="34" charset="0"/>
              </a:endParaRPr>
            </a:p>
          </p:txBody>
        </p:sp>
        <p:sp>
          <p:nvSpPr>
            <p:cNvPr id="155" name="Parêntese esquerdo 154">
              <a:extLst>
                <a:ext uri="{FF2B5EF4-FFF2-40B4-BE49-F238E27FC236}">
                  <a16:creationId xmlns:a16="http://schemas.microsoft.com/office/drawing/2014/main" id="{80EA93F3-30AF-029C-D443-FD55450F21E5}"/>
                </a:ext>
              </a:extLst>
            </p:cNvPr>
            <p:cNvSpPr/>
            <p:nvPr/>
          </p:nvSpPr>
          <p:spPr>
            <a:xfrm rot="5400000">
              <a:off x="26776918" y="2126160"/>
              <a:ext cx="676096" cy="13433985"/>
            </a:xfrm>
            <a:prstGeom prst="leftBracket">
              <a:avLst>
                <a:gd name="adj" fmla="val 149215"/>
              </a:avLst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6" name="CaixaDeTexto 155">
              <a:extLst>
                <a:ext uri="{FF2B5EF4-FFF2-40B4-BE49-F238E27FC236}">
                  <a16:creationId xmlns:a16="http://schemas.microsoft.com/office/drawing/2014/main" id="{48883055-E30D-D374-4273-271A62B617DC}"/>
                </a:ext>
              </a:extLst>
            </p:cNvPr>
            <p:cNvSpPr txBox="1"/>
            <p:nvPr/>
          </p:nvSpPr>
          <p:spPr>
            <a:xfrm>
              <a:off x="20397973" y="7289898"/>
              <a:ext cx="1343398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8000" dirty="0" err="1">
                  <a:latin typeface="Aptos ExtraBold" panose="020B0004020202020204" pitchFamily="34" charset="0"/>
                </a:rPr>
                <a:t>Bosons</a:t>
              </a:r>
              <a:endParaRPr lang="pt-PT" dirty="0">
                <a:latin typeface="Aptos ExtraBold" panose="020B0004020202020204" pitchFamily="34" charset="0"/>
              </a:endParaRPr>
            </a:p>
          </p:txBody>
        </p:sp>
        <p:sp>
          <p:nvSpPr>
            <p:cNvPr id="158" name="Parêntese esquerdo 157">
              <a:extLst>
                <a:ext uri="{FF2B5EF4-FFF2-40B4-BE49-F238E27FC236}">
                  <a16:creationId xmlns:a16="http://schemas.microsoft.com/office/drawing/2014/main" id="{C2DE8924-D1B5-B21B-FDA4-BCD1EAE32618}"/>
                </a:ext>
              </a:extLst>
            </p:cNvPr>
            <p:cNvSpPr/>
            <p:nvPr/>
          </p:nvSpPr>
          <p:spPr>
            <a:xfrm rot="16200000">
              <a:off x="31377502" y="12414266"/>
              <a:ext cx="676096" cy="4156250"/>
            </a:xfrm>
            <a:prstGeom prst="leftBracket">
              <a:avLst>
                <a:gd name="adj" fmla="val 149215"/>
              </a:avLst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9" name="CaixaDeTexto 158">
              <a:extLst>
                <a:ext uri="{FF2B5EF4-FFF2-40B4-BE49-F238E27FC236}">
                  <a16:creationId xmlns:a16="http://schemas.microsoft.com/office/drawing/2014/main" id="{3EDC8AB5-1D55-3B5A-671A-0309D53974E6}"/>
                </a:ext>
              </a:extLst>
            </p:cNvPr>
            <p:cNvSpPr txBox="1"/>
            <p:nvPr/>
          </p:nvSpPr>
          <p:spPr>
            <a:xfrm>
              <a:off x="29637425" y="14845392"/>
              <a:ext cx="415625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6000" dirty="0" err="1">
                  <a:latin typeface="Aptos ExtraBold" panose="020B0004020202020204" pitchFamily="34" charset="0"/>
                </a:rPr>
                <a:t>Scalar</a:t>
              </a:r>
              <a:r>
                <a:rPr lang="pt-PT" sz="6000" dirty="0">
                  <a:latin typeface="Aptos ExtraBold" panose="020B0004020202020204" pitchFamily="34" charset="0"/>
                </a:rPr>
                <a:t> </a:t>
              </a:r>
              <a:r>
                <a:rPr lang="pt-PT" sz="6000" dirty="0" err="1">
                  <a:latin typeface="Aptos ExtraBold" panose="020B0004020202020204" pitchFamily="34" charset="0"/>
                </a:rPr>
                <a:t>Boson</a:t>
              </a:r>
              <a:endParaRPr lang="pt-PT" sz="1200" dirty="0">
                <a:latin typeface="Aptos ExtraBold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6049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5A645A7-5486-F396-4EF9-77751C942295}"/>
              </a:ext>
            </a:extLst>
          </p:cNvPr>
          <p:cNvSpPr/>
          <p:nvPr/>
        </p:nvSpPr>
        <p:spPr>
          <a:xfrm>
            <a:off x="10058271" y="16333863"/>
            <a:ext cx="4178300" cy="4178300"/>
          </a:xfrm>
          <a:prstGeom prst="rect">
            <a:avLst/>
          </a:prstGeom>
          <a:solidFill>
            <a:srgbClr val="FF6699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42D8C2-EC96-A826-BC44-67C07B3C1736}"/>
              </a:ext>
            </a:extLst>
          </p:cNvPr>
          <p:cNvSpPr txBox="1"/>
          <p:nvPr/>
        </p:nvSpPr>
        <p:spPr>
          <a:xfrm>
            <a:off x="12458132" y="15836508"/>
            <a:ext cx="1244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9900" i="1" dirty="0">
                <a:latin typeface="Aptos ExtraBold" panose="020F0502020204030204" pitchFamily="34" charset="0"/>
              </a:rPr>
              <a:t>γ</a:t>
            </a:r>
            <a:endParaRPr lang="pt-PT" sz="19900" i="1" dirty="0">
              <a:latin typeface="Aptos ExtraBold" panose="020F050202020403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59B6D5-FED2-0531-933D-67C10ED1A95C}"/>
              </a:ext>
            </a:extLst>
          </p:cNvPr>
          <p:cNvSpPr txBox="1"/>
          <p:nvPr/>
        </p:nvSpPr>
        <p:spPr>
          <a:xfrm>
            <a:off x="10058401" y="19670927"/>
            <a:ext cx="4178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dirty="0" err="1">
                <a:latin typeface="Aptos Display" panose="020B0004020202020204" pitchFamily="34" charset="0"/>
              </a:rPr>
              <a:t>Photon</a:t>
            </a:r>
            <a:endParaRPr lang="pt-PT" sz="4000" dirty="0">
              <a:latin typeface="Aptos Display" panose="020B00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6110AED-3A2E-F9E3-66C5-D85D3AC747CC}"/>
              </a:ext>
            </a:extLst>
          </p:cNvPr>
          <p:cNvSpPr/>
          <p:nvPr/>
        </p:nvSpPr>
        <p:spPr>
          <a:xfrm>
            <a:off x="10096842" y="20968142"/>
            <a:ext cx="4178300" cy="4178300"/>
          </a:xfrm>
          <a:prstGeom prst="rect">
            <a:avLst/>
          </a:prstGeom>
          <a:solidFill>
            <a:srgbClr val="FF6699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A37472-E47A-9DA7-30E8-6C8DCEC2C86E}"/>
              </a:ext>
            </a:extLst>
          </p:cNvPr>
          <p:cNvSpPr/>
          <p:nvPr/>
        </p:nvSpPr>
        <p:spPr>
          <a:xfrm>
            <a:off x="10666151" y="21421952"/>
            <a:ext cx="2962800" cy="2962800"/>
          </a:xfrm>
          <a:prstGeom prst="ellipse">
            <a:avLst/>
          </a:prstGeom>
          <a:solidFill>
            <a:srgbClr val="66FFCC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492250" h="14922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D59934-1F8B-4126-DBCC-EBCFB083D856}"/>
              </a:ext>
            </a:extLst>
          </p:cNvPr>
          <p:cNvSpPr txBox="1"/>
          <p:nvPr/>
        </p:nvSpPr>
        <p:spPr>
          <a:xfrm>
            <a:off x="12343832" y="20470787"/>
            <a:ext cx="1244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9900" i="1" dirty="0">
                <a:latin typeface="Aptos ExtraBold" panose="020F0502020204030204" pitchFamily="34" charset="0"/>
              </a:rPr>
              <a:t>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C3B5109-2F6D-B99C-93A6-314A071DB288}"/>
              </a:ext>
            </a:extLst>
          </p:cNvPr>
          <p:cNvSpPr txBox="1"/>
          <p:nvPr/>
        </p:nvSpPr>
        <p:spPr>
          <a:xfrm>
            <a:off x="10058401" y="24305206"/>
            <a:ext cx="4178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dirty="0">
                <a:latin typeface="Aptos Display" panose="020B0004020202020204" pitchFamily="34" charset="0"/>
              </a:rPr>
              <a:t>Z </a:t>
            </a:r>
            <a:r>
              <a:rPr lang="pt-PT" sz="4000" dirty="0" err="1">
                <a:latin typeface="Aptos Display" panose="020B0004020202020204" pitchFamily="34" charset="0"/>
              </a:rPr>
              <a:t>Boson</a:t>
            </a:r>
            <a:endParaRPr lang="pt-PT" sz="4000" dirty="0">
              <a:latin typeface="Aptos Display" panose="020B00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BCA402F-9A33-8E5C-19EB-C8C5F311048D}"/>
              </a:ext>
            </a:extLst>
          </p:cNvPr>
          <p:cNvSpPr/>
          <p:nvPr/>
        </p:nvSpPr>
        <p:spPr>
          <a:xfrm>
            <a:off x="19354551" y="16333863"/>
            <a:ext cx="4178300" cy="4178300"/>
          </a:xfrm>
          <a:prstGeom prst="rect">
            <a:avLst/>
          </a:prstGeom>
          <a:solidFill>
            <a:srgbClr val="FF6699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2BAF001-AB4B-EC5D-B300-6C57B4C5098A}"/>
              </a:ext>
            </a:extLst>
          </p:cNvPr>
          <p:cNvSpPr txBox="1"/>
          <p:nvPr/>
        </p:nvSpPr>
        <p:spPr>
          <a:xfrm>
            <a:off x="21799533" y="15836508"/>
            <a:ext cx="1244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9900" i="1" dirty="0">
                <a:latin typeface="Aptos ExtraBold" panose="020F0502020204030204" pitchFamily="34" charset="0"/>
              </a:rPr>
              <a:t>g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4D8864C-0855-E250-ADB4-C88945C7388F}"/>
              </a:ext>
            </a:extLst>
          </p:cNvPr>
          <p:cNvSpPr txBox="1"/>
          <p:nvPr/>
        </p:nvSpPr>
        <p:spPr>
          <a:xfrm>
            <a:off x="19354551" y="19670927"/>
            <a:ext cx="4178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dirty="0" err="1">
                <a:latin typeface="Aptos Display" panose="020B0004020202020204" pitchFamily="34" charset="0"/>
              </a:rPr>
              <a:t>Gluon</a:t>
            </a:r>
            <a:endParaRPr lang="pt-PT" sz="4000" dirty="0">
              <a:latin typeface="Aptos Display" panose="020B0004020202020204" pitchFamily="3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2B4520E-626C-D552-5049-84AB4287415D}"/>
              </a:ext>
            </a:extLst>
          </p:cNvPr>
          <p:cNvSpPr/>
          <p:nvPr/>
        </p:nvSpPr>
        <p:spPr>
          <a:xfrm>
            <a:off x="14694452" y="16333863"/>
            <a:ext cx="4178300" cy="4178300"/>
          </a:xfrm>
          <a:prstGeom prst="rect">
            <a:avLst/>
          </a:prstGeom>
          <a:solidFill>
            <a:srgbClr val="FF6699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7B7B4A9-6DDA-94E6-380A-AF793940C504}"/>
              </a:ext>
            </a:extLst>
          </p:cNvPr>
          <p:cNvSpPr/>
          <p:nvPr/>
        </p:nvSpPr>
        <p:spPr>
          <a:xfrm>
            <a:off x="15363532" y="17002813"/>
            <a:ext cx="2840400" cy="2840400"/>
          </a:xfrm>
          <a:prstGeom prst="ellipse">
            <a:avLst/>
          </a:prstGeom>
          <a:solidFill>
            <a:srgbClr val="66FFCC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397000" h="13970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5BA2765-6557-D214-20F6-CD41839E1BB6}"/>
                  </a:ext>
                </a:extLst>
              </p:cNvPr>
              <p:cNvSpPr txBox="1"/>
              <p:nvPr/>
            </p:nvSpPr>
            <p:spPr>
              <a:xfrm>
                <a:off x="15935592" y="15566939"/>
                <a:ext cx="1244600" cy="3497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PT" sz="19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PT" sz="19900" i="1">
                              <a:latin typeface="Aptos ExtraBold" panose="020B0004020202020204" pitchFamily="34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lang="pt-PT" sz="19900" i="1">
                              <a:latin typeface="Aptos ExtraBold" panose="020B0004020202020204" pitchFamily="34" charset="0"/>
                            </a:rPr>
                            <m:t> 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PT" sz="19900">
                              <a:latin typeface="Aptos ExtraBold" panose="020B0004020202020204" pitchFamily="34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pt-PT" sz="19900" i="1" dirty="0">
                  <a:latin typeface="Aptos ExtraBold" panose="020F0502020204030204" pitchFamily="34" charset="0"/>
                </a:endParaRPr>
              </a:p>
            </p:txBody>
          </p:sp>
        </mc:Choice>
        <mc:Fallback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5BA2765-6557-D214-20F6-CD41839E1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5592" y="15566939"/>
                <a:ext cx="1244600" cy="3497817"/>
              </a:xfrm>
              <a:prstGeom prst="rect">
                <a:avLst/>
              </a:prstGeom>
              <a:blipFill>
                <a:blip r:embed="rId2"/>
                <a:stretch>
                  <a:fillRect r="-24656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A4BD494-BBDF-DD50-4AE7-FD308B9337AF}"/>
                  </a:ext>
                </a:extLst>
              </p:cNvPr>
              <p:cNvSpPr txBox="1"/>
              <p:nvPr/>
            </p:nvSpPr>
            <p:spPr>
              <a:xfrm>
                <a:off x="14694582" y="19670927"/>
                <a:ext cx="4178300" cy="745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pt-PT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PT" sz="4000">
                            <a:latin typeface="Aptos Display" panose="020B0004020202020204" pitchFamily="34" charset="0"/>
                          </a:rPr>
                          <m:t>W</m:t>
                        </m:r>
                      </m:e>
                      <m:sup>
                        <m:r>
                          <m:rPr>
                            <m:nor/>
                          </m:rPr>
                          <a:rPr lang="pt-PT" sz="4000">
                            <a:latin typeface="Aptos Display" panose="020B00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pt-PT" sz="4000" dirty="0">
                    <a:latin typeface="Aptos Display" panose="020B0004020202020204" pitchFamily="34" charset="0"/>
                  </a:rPr>
                  <a:t>Boson</a:t>
                </a:r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A4BD494-BBDF-DD50-4AE7-FD308B933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582" y="19670927"/>
                <a:ext cx="4178300" cy="745332"/>
              </a:xfrm>
              <a:prstGeom prst="rect">
                <a:avLst/>
              </a:prstGeom>
              <a:blipFill>
                <a:blip r:embed="rId3"/>
                <a:stretch>
                  <a:fillRect t="-9016" b="-35246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ângulo 17">
            <a:extLst>
              <a:ext uri="{FF2B5EF4-FFF2-40B4-BE49-F238E27FC236}">
                <a16:creationId xmlns:a16="http://schemas.microsoft.com/office/drawing/2014/main" id="{8749B4F0-DAA7-0827-C5B3-D6F0110DAFCD}"/>
              </a:ext>
            </a:extLst>
          </p:cNvPr>
          <p:cNvSpPr/>
          <p:nvPr/>
        </p:nvSpPr>
        <p:spPr>
          <a:xfrm>
            <a:off x="14694452" y="20968142"/>
            <a:ext cx="4178300" cy="4178300"/>
          </a:xfrm>
          <a:prstGeom prst="rect">
            <a:avLst/>
          </a:prstGeom>
          <a:solidFill>
            <a:srgbClr val="FF6699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E8F4D0B-BA8F-DD00-D4FA-11A415B263B0}"/>
                  </a:ext>
                </a:extLst>
              </p:cNvPr>
              <p:cNvSpPr txBox="1"/>
              <p:nvPr/>
            </p:nvSpPr>
            <p:spPr>
              <a:xfrm>
                <a:off x="14694452" y="24305206"/>
                <a:ext cx="41783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pt-PT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pt-PT" sz="4000">
                            <a:latin typeface="Aptos Display" panose="020B0004020202020204" pitchFamily="34" charset="0"/>
                          </a:rPr>
                          <m:t>W</m:t>
                        </m:r>
                      </m:e>
                      <m:sup>
                        <m:r>
                          <m:rPr>
                            <m:nor/>
                          </m:rPr>
                          <a:rPr lang="pt-PT" sz="4000">
                            <a:latin typeface="Aptos Display" panose="020B0004020202020204" pitchFamily="34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pt-PT" sz="4000" dirty="0">
                    <a:latin typeface="Aptos Display" panose="020B0004020202020204" pitchFamily="34" charset="0"/>
                  </a:rPr>
                  <a:t>Boson</a:t>
                </a:r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E8F4D0B-BA8F-DD00-D4FA-11A415B26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452" y="24305206"/>
                <a:ext cx="4178300" cy="707886"/>
              </a:xfrm>
              <a:prstGeom prst="rect">
                <a:avLst/>
              </a:prstGeom>
              <a:blipFill>
                <a:blip r:embed="rId4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287F4027-6E74-FA58-A066-A2F17EE04483}"/>
              </a:ext>
            </a:extLst>
          </p:cNvPr>
          <p:cNvSpPr/>
          <p:nvPr/>
        </p:nvSpPr>
        <p:spPr>
          <a:xfrm>
            <a:off x="15368845" y="21483152"/>
            <a:ext cx="2840400" cy="2840400"/>
          </a:xfrm>
          <a:prstGeom prst="ellipse">
            <a:avLst/>
          </a:prstGeom>
          <a:solidFill>
            <a:srgbClr val="66FFCC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397000" h="13970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F519B25A-D1B4-E624-4C01-C12F34055764}"/>
                  </a:ext>
                </a:extLst>
              </p:cNvPr>
              <p:cNvSpPr txBox="1"/>
              <p:nvPr/>
            </p:nvSpPr>
            <p:spPr>
              <a:xfrm>
                <a:off x="15897046" y="20470787"/>
                <a:ext cx="1244600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PT" sz="19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PT" sz="19900" i="1">
                              <a:latin typeface="Aptos ExtraBold" panose="020B0004020202020204" pitchFamily="34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lang="pt-PT" sz="19900" i="1">
                              <a:latin typeface="Aptos ExtraBold" panose="020B0004020202020204" pitchFamily="34" charset="0"/>
                            </a:rPr>
                            <m:t> 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PT" sz="19900">
                              <a:latin typeface="Britannic Bold" panose="020B0903060703020204" pitchFamily="34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pt-PT" sz="19900" i="1" dirty="0">
                  <a:latin typeface="Aptos ExtraBold" panose="020F0502020204030204" pitchFamily="34" charset="0"/>
                </a:endParaRPr>
              </a:p>
            </p:txBody>
          </p:sp>
        </mc:Choice>
        <mc:Fallback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F519B25A-D1B4-E624-4C01-C12F34055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046" y="20470787"/>
                <a:ext cx="1244600" cy="3154710"/>
              </a:xfrm>
              <a:prstGeom prst="rect">
                <a:avLst/>
              </a:prstGeom>
              <a:blipFill>
                <a:blip r:embed="rId5"/>
                <a:stretch>
                  <a:fillRect r="-25196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tângulo 21">
            <a:extLst>
              <a:ext uri="{FF2B5EF4-FFF2-40B4-BE49-F238E27FC236}">
                <a16:creationId xmlns:a16="http://schemas.microsoft.com/office/drawing/2014/main" id="{3BA4B10F-4F20-A996-C7F9-FE083EAF5358}"/>
              </a:ext>
            </a:extLst>
          </p:cNvPr>
          <p:cNvSpPr/>
          <p:nvPr/>
        </p:nvSpPr>
        <p:spPr>
          <a:xfrm>
            <a:off x="19259301" y="20968142"/>
            <a:ext cx="4178300" cy="4178300"/>
          </a:xfrm>
          <a:prstGeom prst="rect">
            <a:avLst/>
          </a:prstGeom>
          <a:solidFill>
            <a:srgbClr val="FF6699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A75453B-8B91-C6A7-581E-1142C50C36E9}"/>
              </a:ext>
            </a:extLst>
          </p:cNvPr>
          <p:cNvSpPr txBox="1"/>
          <p:nvPr/>
        </p:nvSpPr>
        <p:spPr>
          <a:xfrm>
            <a:off x="19259301" y="24305206"/>
            <a:ext cx="4178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dirty="0">
                <a:latin typeface="Aptos Display" panose="020B0004020202020204" pitchFamily="34" charset="0"/>
              </a:rPr>
              <a:t>W </a:t>
            </a:r>
            <a:r>
              <a:rPr lang="pt-PT" sz="4000" dirty="0" err="1">
                <a:latin typeface="Aptos Display" panose="020B0004020202020204" pitchFamily="34" charset="0"/>
              </a:rPr>
              <a:t>Boson</a:t>
            </a:r>
            <a:endParaRPr lang="pt-PT" sz="4000" dirty="0">
              <a:latin typeface="Aptos Display" panose="020B00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0D50998-7A91-1A61-E8EF-B84DE2F055C8}"/>
              </a:ext>
            </a:extLst>
          </p:cNvPr>
          <p:cNvSpPr/>
          <p:nvPr/>
        </p:nvSpPr>
        <p:spPr>
          <a:xfrm>
            <a:off x="19999713" y="21486047"/>
            <a:ext cx="2840400" cy="2840400"/>
          </a:xfrm>
          <a:prstGeom prst="ellipse">
            <a:avLst/>
          </a:prstGeom>
          <a:solidFill>
            <a:srgbClr val="66FFCC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397000" h="13970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D98B268-9F8F-3AA3-3C82-2D3AFFEE3F63}"/>
              </a:ext>
            </a:extLst>
          </p:cNvPr>
          <p:cNvSpPr txBox="1"/>
          <p:nvPr/>
        </p:nvSpPr>
        <p:spPr>
          <a:xfrm>
            <a:off x="20554132" y="20470787"/>
            <a:ext cx="1244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9900" i="1" dirty="0">
                <a:latin typeface="Aptos ExtraBold" panose="020F0502020204030204" pitchFamily="34" charset="0"/>
              </a:rPr>
              <a:t>W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3D0936B-CCB0-EE58-AC7C-0BCE4689122D}"/>
              </a:ext>
            </a:extLst>
          </p:cNvPr>
          <p:cNvSpPr txBox="1"/>
          <p:nvPr/>
        </p:nvSpPr>
        <p:spPr>
          <a:xfrm>
            <a:off x="10300374" y="21327392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5B6D903-87B6-8529-D6D2-5983B5CF25AC}"/>
              </a:ext>
            </a:extLst>
          </p:cNvPr>
          <p:cNvSpPr txBox="1"/>
          <p:nvPr/>
        </p:nvSpPr>
        <p:spPr>
          <a:xfrm>
            <a:off x="10281938" y="16693113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BE554F3-2E1E-328E-BA09-1C5119A8FDE2}"/>
              </a:ext>
            </a:extLst>
          </p:cNvPr>
          <p:cNvSpPr txBox="1"/>
          <p:nvPr/>
        </p:nvSpPr>
        <p:spPr>
          <a:xfrm>
            <a:off x="19546316" y="16661166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592278A-9D82-B381-80A0-39111A1BAC86}"/>
              </a:ext>
            </a:extLst>
          </p:cNvPr>
          <p:cNvSpPr txBox="1"/>
          <p:nvPr/>
        </p:nvSpPr>
        <p:spPr>
          <a:xfrm>
            <a:off x="14871905" y="21313471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FCFA3EC-F6C1-0631-F558-62EEFD337F3A}"/>
              </a:ext>
            </a:extLst>
          </p:cNvPr>
          <p:cNvSpPr txBox="1"/>
          <p:nvPr/>
        </p:nvSpPr>
        <p:spPr>
          <a:xfrm>
            <a:off x="14871905" y="16679192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>
                <a:latin typeface="Aptos" panose="020B0004020202020204" pitchFamily="34" charset="0"/>
              </a:rPr>
              <a:t>+ 1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159ACB23-3374-E24C-6769-EB4551059258}"/>
                  </a:ext>
                </a:extLst>
              </p:cNvPr>
              <p:cNvSpPr txBox="1"/>
              <p:nvPr/>
            </p:nvSpPr>
            <p:spPr>
              <a:xfrm>
                <a:off x="19433952" y="21313471"/>
                <a:ext cx="1447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PT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pt-PT" sz="4000" dirty="0">
                    <a:latin typeface="Aptos" panose="020B0004020202020204" pitchFamily="34" charset="0"/>
                  </a:rPr>
                  <a:t>1</a:t>
                </a:r>
              </a:p>
            </p:txBody>
          </p:sp>
        </mc:Choice>
        <mc:Fallback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159ACB23-3374-E24C-6769-EB4551059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3952" y="21313471"/>
                <a:ext cx="1447800" cy="707886"/>
              </a:xfrm>
              <a:prstGeom prst="rect">
                <a:avLst/>
              </a:prstGeom>
              <a:blipFill>
                <a:blip r:embed="rId6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tângulo 31">
            <a:extLst>
              <a:ext uri="{FF2B5EF4-FFF2-40B4-BE49-F238E27FC236}">
                <a16:creationId xmlns:a16="http://schemas.microsoft.com/office/drawing/2014/main" id="{8A1A7BD8-CEE0-4A86-94DE-FBE2685DF223}"/>
              </a:ext>
            </a:extLst>
          </p:cNvPr>
          <p:cNvSpPr/>
          <p:nvPr/>
        </p:nvSpPr>
        <p:spPr>
          <a:xfrm>
            <a:off x="28161101" y="21592907"/>
            <a:ext cx="4178300" cy="4178300"/>
          </a:xfrm>
          <a:prstGeom prst="rect">
            <a:avLst/>
          </a:prstGeom>
          <a:solidFill>
            <a:srgbClr val="FFFF66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DB97100-306E-58D8-2F7E-9862694EC486}"/>
              </a:ext>
            </a:extLst>
          </p:cNvPr>
          <p:cNvSpPr/>
          <p:nvPr/>
        </p:nvSpPr>
        <p:spPr>
          <a:xfrm>
            <a:off x="28564968" y="22035057"/>
            <a:ext cx="3294000" cy="3294000"/>
          </a:xfrm>
          <a:prstGeom prst="ellipse">
            <a:avLst/>
          </a:prstGeom>
          <a:solidFill>
            <a:srgbClr val="6699FF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492250" h="14922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038F27F-51F7-ED07-C882-D4C9FDC90F04}"/>
              </a:ext>
            </a:extLst>
          </p:cNvPr>
          <p:cNvSpPr txBox="1"/>
          <p:nvPr/>
        </p:nvSpPr>
        <p:spPr>
          <a:xfrm>
            <a:off x="30142776" y="21095552"/>
            <a:ext cx="12446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9900" i="1" dirty="0">
                <a:latin typeface="Aptos ExtraBold" panose="020F0502020204030204" pitchFamily="34" charset="0"/>
              </a:rPr>
              <a:t>H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8018865-37F0-D3B6-2278-7917BCD787EE}"/>
              </a:ext>
            </a:extLst>
          </p:cNvPr>
          <p:cNvSpPr txBox="1"/>
          <p:nvPr/>
        </p:nvSpPr>
        <p:spPr>
          <a:xfrm>
            <a:off x="28122818" y="24929971"/>
            <a:ext cx="4178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dirty="0" err="1">
                <a:latin typeface="Aptos Display" panose="020B0004020202020204" pitchFamily="34" charset="0"/>
              </a:rPr>
              <a:t>Higgs</a:t>
            </a:r>
            <a:r>
              <a:rPr lang="pt-PT" sz="4000" dirty="0">
                <a:latin typeface="Aptos Display" panose="020B0004020202020204" pitchFamily="34" charset="0"/>
              </a:rPr>
              <a:t> </a:t>
            </a:r>
            <a:r>
              <a:rPr lang="pt-PT" sz="4000" dirty="0" err="1">
                <a:latin typeface="Aptos Display" panose="020B0004020202020204" pitchFamily="34" charset="0"/>
              </a:rPr>
              <a:t>Boson</a:t>
            </a:r>
            <a:endParaRPr lang="pt-PT" sz="4000" dirty="0">
              <a:latin typeface="Aptos Display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0BB33A2-CDD7-31FB-3D63-0462A33EA603}"/>
              </a:ext>
            </a:extLst>
          </p:cNvPr>
          <p:cNvSpPr txBox="1"/>
          <p:nvPr/>
        </p:nvSpPr>
        <p:spPr>
          <a:xfrm>
            <a:off x="28364791" y="21952157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>
                <a:latin typeface="Aptos" panose="020B000402020202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8813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êntese esquerdo 3">
            <a:extLst>
              <a:ext uri="{FF2B5EF4-FFF2-40B4-BE49-F238E27FC236}">
                <a16:creationId xmlns:a16="http://schemas.microsoft.com/office/drawing/2014/main" id="{46D5CCC4-E47C-0D99-6F25-2C82810A9236}"/>
              </a:ext>
            </a:extLst>
          </p:cNvPr>
          <p:cNvSpPr/>
          <p:nvPr/>
        </p:nvSpPr>
        <p:spPr>
          <a:xfrm rot="5400000">
            <a:off x="9712846" y="-571834"/>
            <a:ext cx="676096" cy="18352020"/>
          </a:xfrm>
          <a:prstGeom prst="leftBracket">
            <a:avLst>
              <a:gd name="adj" fmla="val 1492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14215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3570</TotalTime>
  <Words>279</Words>
  <Application>Microsoft Office PowerPoint</Application>
  <PresentationFormat>Personalizados</PresentationFormat>
  <Paragraphs>209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5" baseType="lpstr">
      <vt:lpstr>Aptos</vt:lpstr>
      <vt:lpstr>Aptos Display</vt:lpstr>
      <vt:lpstr>Aptos ExtraBold</vt:lpstr>
      <vt:lpstr>Aptos Serif</vt:lpstr>
      <vt:lpstr>Arial</vt:lpstr>
      <vt:lpstr>Britannic Bold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Soares Trindade Nunes dos Santos</dc:creator>
  <cp:lastModifiedBy>José Soares Trindade Nunes dos Santos</cp:lastModifiedBy>
  <cp:revision>3</cp:revision>
  <dcterms:created xsi:type="dcterms:W3CDTF">2023-10-24T17:30:03Z</dcterms:created>
  <dcterms:modified xsi:type="dcterms:W3CDTF">2023-10-29T18:03:43Z</dcterms:modified>
</cp:coreProperties>
</file>